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  <p:sldMasterId id="2147483748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359" r:id="rId6"/>
    <p:sldId id="357" r:id="rId7"/>
    <p:sldId id="360" r:id="rId8"/>
    <p:sldId id="362" r:id="rId9"/>
    <p:sldId id="363" r:id="rId10"/>
    <p:sldId id="303" r:id="rId11"/>
    <p:sldId id="313" r:id="rId12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024" autoAdjust="0"/>
    <p:restoredTop sz="90929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4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4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4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FB23D96-0407-4D8B-BB63-022E9CF8C8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861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C99968E-835A-42B5-BEEE-B8A2002E35F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6204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16065192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229942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15477452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2134223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066026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063228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417562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8528809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94394706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680032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735675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391103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504705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64962473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312037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396353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6831277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42400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0372555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77001592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458805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726171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2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第八章 結構化企業資料塑模個案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8.2 </a:t>
            </a:r>
            <a:r>
              <a:rPr lang="zh-TW" altLang="en-US" smtClean="0"/>
              <a:t>實體關係圖建構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8.3 </a:t>
            </a:r>
            <a:r>
              <a:rPr lang="zh-TW" altLang="en-US" smtClean="0"/>
              <a:t>實體關係圖轉關聯表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8.4 </a:t>
            </a:r>
            <a:r>
              <a:rPr lang="zh-TW" altLang="en-US" smtClean="0"/>
              <a:t>正規化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8.5 </a:t>
            </a:r>
            <a:r>
              <a:rPr lang="zh-TW" altLang="en-US" smtClean="0"/>
              <a:t>關聯表資料字典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8.6 </a:t>
            </a:r>
            <a:r>
              <a:rPr lang="zh-TW" altLang="en-US" smtClean="0"/>
              <a:t>結論 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en-US" smtClean="0"/>
              <a:t>如何從藍圖與資料詞彙建構實體關係圖。</a:t>
            </a:r>
          </a:p>
          <a:p>
            <a:pPr eaLnBrk="1"/>
            <a:r>
              <a:rPr lang="zh-TW" altLang="en-US" smtClean="0"/>
              <a:t>如何將實體關係圖轉關聯表及進行正規化，以設計關聯式資料庫。</a:t>
            </a:r>
          </a:p>
          <a:p>
            <a:pPr eaLnBrk="1"/>
            <a:r>
              <a:rPr lang="zh-TW" altLang="en-US" smtClean="0"/>
              <a:t>如何描述關聯表資料字典。 </a:t>
            </a: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8-1 </a:t>
            </a:r>
            <a:r>
              <a:rPr lang="zh-TW" altLang="en-US" smtClean="0"/>
              <a:t>客戶實體及其屬性</a:t>
            </a:r>
          </a:p>
        </p:txBody>
      </p:sp>
      <p:pic>
        <p:nvPicPr>
          <p:cNvPr id="11267" name="Picture 10" descr="z-vb157d-t8-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6" t="25421" r="2739" b="5130"/>
          <a:stretch>
            <a:fillRect/>
          </a:stretch>
        </p:blipFill>
        <p:spPr>
          <a:xfrm>
            <a:off x="1547813" y="1773238"/>
            <a:ext cx="6408737" cy="305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2381250" y="2330450"/>
            <a:ext cx="9144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13315" name="Rectangle 7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1331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8-1 </a:t>
            </a:r>
            <a:r>
              <a:rPr lang="zh-TW" altLang="en-US" smtClean="0"/>
              <a:t>簡單的實體關係圖範例</a:t>
            </a:r>
          </a:p>
        </p:txBody>
      </p:sp>
      <p:pic>
        <p:nvPicPr>
          <p:cNvPr id="13317" name="Picture 14" descr="z-vb157d-f8-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6" t="22066" r="3929"/>
          <a:stretch>
            <a:fillRect/>
          </a:stretch>
        </p:blipFill>
        <p:spPr>
          <a:xfrm>
            <a:off x="900113" y="1773238"/>
            <a:ext cx="7273925" cy="3633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8-2 </a:t>
            </a:r>
            <a:r>
              <a:rPr lang="zh-TW" altLang="en-US" smtClean="0"/>
              <a:t>實體間之關係與基數</a:t>
            </a:r>
          </a:p>
        </p:txBody>
      </p:sp>
      <p:pic>
        <p:nvPicPr>
          <p:cNvPr id="17411" name="Picture 11" descr="z-vb157d-t8-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7"/>
          <a:stretch>
            <a:fillRect/>
          </a:stretch>
        </p:blipFill>
        <p:spPr>
          <a:xfrm>
            <a:off x="827088" y="1557338"/>
            <a:ext cx="7775575" cy="4806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8-2 </a:t>
            </a:r>
            <a:r>
              <a:rPr lang="zh-TW" altLang="en-US" smtClean="0"/>
              <a:t>夢幻系統實體關係圖</a:t>
            </a:r>
          </a:p>
        </p:txBody>
      </p:sp>
      <p:pic>
        <p:nvPicPr>
          <p:cNvPr id="18435" name="Picture 12" descr="z-vb157d-f8-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5" t="6895" r="4089" b="4182"/>
          <a:stretch>
            <a:fillRect/>
          </a:stretch>
        </p:blipFill>
        <p:spPr>
          <a:xfrm>
            <a:off x="1908175" y="1484313"/>
            <a:ext cx="6192838" cy="4918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1945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8-3 </a:t>
            </a:r>
            <a:r>
              <a:rPr lang="zh-TW" altLang="en-US" smtClean="0"/>
              <a:t>夢幻系統之實體及其屬性</a:t>
            </a:r>
          </a:p>
        </p:txBody>
      </p:sp>
      <p:pic>
        <p:nvPicPr>
          <p:cNvPr id="19460" name="Picture 10" descr="z-vb157d-f8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3" t="6895"/>
          <a:stretch>
            <a:fillRect/>
          </a:stretch>
        </p:blipFill>
        <p:spPr>
          <a:xfrm>
            <a:off x="1476375" y="1484313"/>
            <a:ext cx="6551613" cy="4946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765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8-5 </a:t>
            </a:r>
            <a:r>
              <a:rPr lang="zh-TW" altLang="en-US" smtClean="0"/>
              <a:t>送貨單除去遞移相依</a:t>
            </a:r>
          </a:p>
        </p:txBody>
      </p:sp>
      <p:pic>
        <p:nvPicPr>
          <p:cNvPr id="27652" name="Picture 10" descr="z-vb157d-f8-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3" t="18336" r="3815" b="1866"/>
          <a:stretch>
            <a:fillRect/>
          </a:stretch>
        </p:blipFill>
        <p:spPr>
          <a:xfrm>
            <a:off x="1331913" y="1628775"/>
            <a:ext cx="6985000" cy="3717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以客戶資料為例 </a:t>
            </a:r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071688"/>
            <a:ext cx="8054975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8.5 </a:t>
            </a:r>
            <a:r>
              <a:rPr lang="zh-TW" altLang="en-US" smtClean="0"/>
              <a:t>關聯表資料字典</a:t>
            </a:r>
            <a:r>
              <a:rPr lang="en-US" altLang="zh-TW" smtClean="0"/>
              <a:t>(c.2)</a:t>
            </a:r>
          </a:p>
        </p:txBody>
      </p:sp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660</TotalTime>
  <Words>143</Words>
  <Application>Microsoft Office PowerPoint</Application>
  <PresentationFormat>如螢幕大小 (4:3)</PresentationFormat>
  <Paragraphs>22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ch01</vt:lpstr>
      <vt:lpstr>5_ch01 網際網路基礎</vt:lpstr>
      <vt:lpstr>第八章 結構化企業資料塑模個案</vt:lpstr>
      <vt:lpstr>內容大綱</vt:lpstr>
      <vt:lpstr>學習目標</vt:lpstr>
      <vt:lpstr>表8-1 客戶實體及其屬性</vt:lpstr>
      <vt:lpstr>圖8-1 簡單的實體關係圖範例</vt:lpstr>
      <vt:lpstr>表8-2 實體間之關係與基數</vt:lpstr>
      <vt:lpstr>圖8-2 夢幻系統實體關係圖</vt:lpstr>
      <vt:lpstr>圖8-3 夢幻系統之實體及其屬性</vt:lpstr>
      <vt:lpstr>圖8-5 送貨單除去遞移相依</vt:lpstr>
      <vt:lpstr>8.5 關聯表資料字典(c.2)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企業資料塑模個案</dc:title>
  <dc:creator>handsome</dc:creator>
  <cp:lastModifiedBy>user</cp:lastModifiedBy>
  <cp:revision>102</cp:revision>
  <dcterms:created xsi:type="dcterms:W3CDTF">1999-12-23T16:30:00Z</dcterms:created>
  <dcterms:modified xsi:type="dcterms:W3CDTF">2020-04-20T02:50:02Z</dcterms:modified>
</cp:coreProperties>
</file>