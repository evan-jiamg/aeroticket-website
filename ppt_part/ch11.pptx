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6" r:id="rId1"/>
    <p:sldMasterId id="2147483848" r:id="rId2"/>
  </p:sldMasterIdLst>
  <p:notesMasterIdLst>
    <p:notesMasterId r:id="rId26"/>
  </p:notesMasterIdLst>
  <p:sldIdLst>
    <p:sldId id="256" r:id="rId3"/>
    <p:sldId id="257" r:id="rId4"/>
    <p:sldId id="258" r:id="rId5"/>
    <p:sldId id="426" r:id="rId6"/>
    <p:sldId id="395" r:id="rId7"/>
    <p:sldId id="396" r:id="rId8"/>
    <p:sldId id="394" r:id="rId9"/>
    <p:sldId id="427" r:id="rId10"/>
    <p:sldId id="428" r:id="rId11"/>
    <p:sldId id="429" r:id="rId12"/>
    <p:sldId id="430" r:id="rId13"/>
    <p:sldId id="431" r:id="rId14"/>
    <p:sldId id="432" r:id="rId15"/>
    <p:sldId id="403" r:id="rId16"/>
    <p:sldId id="359" r:id="rId17"/>
    <p:sldId id="408" r:id="rId18"/>
    <p:sldId id="433" r:id="rId19"/>
    <p:sldId id="434" r:id="rId20"/>
    <p:sldId id="435" r:id="rId21"/>
    <p:sldId id="413" r:id="rId22"/>
    <p:sldId id="414" r:id="rId23"/>
    <p:sldId id="421" r:id="rId24"/>
    <p:sldId id="424" r:id="rId25"/>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Thonburi"/>
        <a:ea typeface="微軟正黑體" pitchFamily="34" charset="-120"/>
        <a:cs typeface="+mn-cs"/>
      </a:defRPr>
    </a:lvl1pPr>
    <a:lvl2pPr marL="457200" algn="l" defTabSz="457200" rtl="0" eaLnBrk="0" fontAlgn="base" hangingPunct="0">
      <a:spcBef>
        <a:spcPct val="0"/>
      </a:spcBef>
      <a:spcAft>
        <a:spcPct val="0"/>
      </a:spcAft>
      <a:defRPr kern="1200">
        <a:solidFill>
          <a:schemeClr val="tx1"/>
        </a:solidFill>
        <a:latin typeface="Thonburi"/>
        <a:ea typeface="微軟正黑體" pitchFamily="34" charset="-120"/>
        <a:cs typeface="+mn-cs"/>
      </a:defRPr>
    </a:lvl2pPr>
    <a:lvl3pPr marL="914400" algn="l" defTabSz="457200" rtl="0" eaLnBrk="0" fontAlgn="base" hangingPunct="0">
      <a:spcBef>
        <a:spcPct val="0"/>
      </a:spcBef>
      <a:spcAft>
        <a:spcPct val="0"/>
      </a:spcAft>
      <a:defRPr kern="1200">
        <a:solidFill>
          <a:schemeClr val="tx1"/>
        </a:solidFill>
        <a:latin typeface="Thonburi"/>
        <a:ea typeface="微軟正黑體" pitchFamily="34" charset="-120"/>
        <a:cs typeface="+mn-cs"/>
      </a:defRPr>
    </a:lvl3pPr>
    <a:lvl4pPr marL="1371600" algn="l" defTabSz="457200" rtl="0" eaLnBrk="0" fontAlgn="base" hangingPunct="0">
      <a:spcBef>
        <a:spcPct val="0"/>
      </a:spcBef>
      <a:spcAft>
        <a:spcPct val="0"/>
      </a:spcAft>
      <a:defRPr kern="1200">
        <a:solidFill>
          <a:schemeClr val="tx1"/>
        </a:solidFill>
        <a:latin typeface="Thonburi"/>
        <a:ea typeface="微軟正黑體" pitchFamily="34" charset="-120"/>
        <a:cs typeface="+mn-cs"/>
      </a:defRPr>
    </a:lvl4pPr>
    <a:lvl5pPr marL="1828800" algn="l" defTabSz="457200" rtl="0" eaLnBrk="0" fontAlgn="base" hangingPunct="0">
      <a:spcBef>
        <a:spcPct val="0"/>
      </a:spcBef>
      <a:spcAft>
        <a:spcPct val="0"/>
      </a:spcAft>
      <a:defRPr kern="1200">
        <a:solidFill>
          <a:schemeClr val="tx1"/>
        </a:solidFill>
        <a:latin typeface="Thonburi"/>
        <a:ea typeface="微軟正黑體" pitchFamily="34" charset="-120"/>
        <a:cs typeface="+mn-cs"/>
      </a:defRPr>
    </a:lvl5pPr>
    <a:lvl6pPr marL="2286000" algn="l" defTabSz="914400" rtl="0" eaLnBrk="1" latinLnBrk="0" hangingPunct="1">
      <a:defRPr kern="1200">
        <a:solidFill>
          <a:schemeClr val="tx1"/>
        </a:solidFill>
        <a:latin typeface="Thonburi"/>
        <a:ea typeface="微軟正黑體" pitchFamily="34" charset="-120"/>
        <a:cs typeface="+mn-cs"/>
      </a:defRPr>
    </a:lvl6pPr>
    <a:lvl7pPr marL="2743200" algn="l" defTabSz="914400" rtl="0" eaLnBrk="1" latinLnBrk="0" hangingPunct="1">
      <a:defRPr kern="1200">
        <a:solidFill>
          <a:schemeClr val="tx1"/>
        </a:solidFill>
        <a:latin typeface="Thonburi"/>
        <a:ea typeface="微軟正黑體" pitchFamily="34" charset="-120"/>
        <a:cs typeface="+mn-cs"/>
      </a:defRPr>
    </a:lvl7pPr>
    <a:lvl8pPr marL="3200400" algn="l" defTabSz="914400" rtl="0" eaLnBrk="1" latinLnBrk="0" hangingPunct="1">
      <a:defRPr kern="1200">
        <a:solidFill>
          <a:schemeClr val="tx1"/>
        </a:solidFill>
        <a:latin typeface="Thonburi"/>
        <a:ea typeface="微軟正黑體" pitchFamily="34" charset="-120"/>
        <a:cs typeface="+mn-cs"/>
      </a:defRPr>
    </a:lvl8pPr>
    <a:lvl9pPr marL="3657600" algn="l" defTabSz="914400" rtl="0" eaLnBrk="1" latinLnBrk="0" hangingPunct="1">
      <a:defRPr kern="1200">
        <a:solidFill>
          <a:schemeClr val="tx1"/>
        </a:solidFill>
        <a:latin typeface="Thonburi"/>
        <a:ea typeface="微軟正黑體" pitchFamily="34"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a:srgbClr val="3333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6091" autoAdjust="0"/>
    <p:restoredTop sz="96902" autoAdjust="0"/>
  </p:normalViewPr>
  <p:slideViewPr>
    <p:cSldViewPr>
      <p:cViewPr>
        <p:scale>
          <a:sx n="100" d="100"/>
          <a:sy n="100" d="100"/>
        </p:scale>
        <p:origin x="-894"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TW"/>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TW"/>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noProof="0"/>
              <a:t>按一下以編輯母片</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TW"/>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F875C5EF-AE1C-4FC9-AE81-1308F0266E1E}" type="slidenum">
              <a:rPr lang="en-US" altLang="zh-TW"/>
              <a:pPr>
                <a:defRPr/>
              </a:pPr>
              <a:t>‹#›</a:t>
            </a:fld>
            <a:endParaRPr lang="en-US" altLang="zh-TW"/>
          </a:p>
        </p:txBody>
      </p:sp>
    </p:spTree>
    <p:extLst>
      <p:ext uri="{BB962C8B-B14F-4D97-AF65-F5344CB8AC3E}">
        <p14:creationId xmlns:p14="http://schemas.microsoft.com/office/powerpoint/2010/main" val="36175671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新細明體" pitchFamily="18" charset="-120"/>
              </a:defRPr>
            </a:lvl1pPr>
            <a:lvl2pPr marL="742950" indent="-285750">
              <a:spcBef>
                <a:spcPct val="30000"/>
              </a:spcBef>
              <a:defRPr kumimoji="1" sz="1200">
                <a:solidFill>
                  <a:schemeClr val="tx1"/>
                </a:solidFill>
                <a:latin typeface="Times New Roman" pitchFamily="18" charset="0"/>
                <a:ea typeface="新細明體" pitchFamily="18" charset="-120"/>
              </a:defRPr>
            </a:lvl2pPr>
            <a:lvl3pPr marL="1143000" indent="-228600">
              <a:spcBef>
                <a:spcPct val="30000"/>
              </a:spcBef>
              <a:defRPr kumimoji="1" sz="1200">
                <a:solidFill>
                  <a:schemeClr val="tx1"/>
                </a:solidFill>
                <a:latin typeface="Times New Roman" pitchFamily="18" charset="0"/>
                <a:ea typeface="新細明體" pitchFamily="18" charset="-120"/>
              </a:defRPr>
            </a:lvl3pPr>
            <a:lvl4pPr marL="1600200" indent="-228600">
              <a:spcBef>
                <a:spcPct val="30000"/>
              </a:spcBef>
              <a:defRPr kumimoji="1" sz="1200">
                <a:solidFill>
                  <a:schemeClr val="tx1"/>
                </a:solidFill>
                <a:latin typeface="Times New Roman" pitchFamily="18" charset="0"/>
                <a:ea typeface="新細明體" pitchFamily="18" charset="-120"/>
              </a:defRPr>
            </a:lvl4pPr>
            <a:lvl5pPr marL="2057400" indent="-228600">
              <a:spcBef>
                <a:spcPct val="30000"/>
              </a:spcBef>
              <a:defRPr kumimoji="1" sz="1200">
                <a:solidFill>
                  <a:schemeClr val="tx1"/>
                </a:solidFill>
                <a:latin typeface="Times New Roman" pitchFamily="18" charset="0"/>
                <a:ea typeface="新細明體" pitchFamily="18" charset="-120"/>
              </a:defRPr>
            </a:lvl5pPr>
            <a:lvl6pPr marL="2514600" indent="-228600" defTabSz="457200"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1800" indent="-228600" defTabSz="457200"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29000" indent="-228600" defTabSz="457200"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6200" indent="-228600" defTabSz="457200"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542D1557-A41B-4683-91B3-6445A261E0EC}" type="slidenum">
              <a:rPr lang="en-US" altLang="zh-TW"/>
              <a:pPr eaLnBrk="1" hangingPunct="1">
                <a:spcBef>
                  <a:spcPct val="0"/>
                </a:spcBef>
              </a:pPr>
              <a:t>1</a:t>
            </a:fld>
            <a:endParaRPr lang="en-US" altLang="zh-TW"/>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3" name="Picture 3" descr="資訊科技_bg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575" y="3875088"/>
            <a:ext cx="6651625" cy="10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5"/>
          <p:cNvSpPr txBox="1">
            <a:spLocks noChangeArrowheads="1"/>
          </p:cNvSpPr>
          <p:nvPr/>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a:solidFill>
                  <a:schemeClr val="tx1"/>
                </a:solidFill>
                <a:latin typeface="Thonburi"/>
                <a:ea typeface="微軟正黑體" pitchFamily="34" charset="-120"/>
              </a:defRPr>
            </a:lvl1pPr>
            <a:lvl2pPr marL="742950" indent="-285750">
              <a:defRPr>
                <a:solidFill>
                  <a:schemeClr val="tx1"/>
                </a:solidFill>
                <a:latin typeface="Thonburi"/>
                <a:ea typeface="微軟正黑體" pitchFamily="34" charset="-120"/>
              </a:defRPr>
            </a:lvl2pPr>
            <a:lvl3pPr marL="1143000" indent="-228600">
              <a:defRPr>
                <a:solidFill>
                  <a:schemeClr val="tx1"/>
                </a:solidFill>
                <a:latin typeface="Thonburi"/>
                <a:ea typeface="微軟正黑體" pitchFamily="34" charset="-120"/>
              </a:defRPr>
            </a:lvl3pPr>
            <a:lvl4pPr marL="1600200" indent="-228600">
              <a:defRPr>
                <a:solidFill>
                  <a:schemeClr val="tx1"/>
                </a:solidFill>
                <a:latin typeface="Thonburi"/>
                <a:ea typeface="微軟正黑體" pitchFamily="34" charset="-120"/>
              </a:defRPr>
            </a:lvl4pPr>
            <a:lvl5pPr marL="2057400" indent="-228600">
              <a:defRPr>
                <a:solidFill>
                  <a:schemeClr val="tx1"/>
                </a:solidFill>
                <a:latin typeface="Thonburi"/>
                <a:ea typeface="微軟正黑體" pitchFamily="34" charset="-120"/>
              </a:defRPr>
            </a:lvl5pPr>
            <a:lvl6pPr marL="2514600" indent="-228600" eaLnBrk="0" fontAlgn="base" hangingPunct="0">
              <a:spcBef>
                <a:spcPct val="0"/>
              </a:spcBef>
              <a:spcAft>
                <a:spcPct val="0"/>
              </a:spcAft>
              <a:defRPr>
                <a:solidFill>
                  <a:schemeClr val="tx1"/>
                </a:solidFill>
                <a:latin typeface="Thonburi"/>
                <a:ea typeface="微軟正黑體" pitchFamily="34" charset="-120"/>
              </a:defRPr>
            </a:lvl6pPr>
            <a:lvl7pPr marL="2971800" indent="-228600" eaLnBrk="0" fontAlgn="base" hangingPunct="0">
              <a:spcBef>
                <a:spcPct val="0"/>
              </a:spcBef>
              <a:spcAft>
                <a:spcPct val="0"/>
              </a:spcAft>
              <a:defRPr>
                <a:solidFill>
                  <a:schemeClr val="tx1"/>
                </a:solidFill>
                <a:latin typeface="Thonburi"/>
                <a:ea typeface="微軟正黑體" pitchFamily="34" charset="-120"/>
              </a:defRPr>
            </a:lvl7pPr>
            <a:lvl8pPr marL="3429000" indent="-228600" eaLnBrk="0" fontAlgn="base" hangingPunct="0">
              <a:spcBef>
                <a:spcPct val="0"/>
              </a:spcBef>
              <a:spcAft>
                <a:spcPct val="0"/>
              </a:spcAft>
              <a:defRPr>
                <a:solidFill>
                  <a:schemeClr val="tx1"/>
                </a:solidFill>
                <a:latin typeface="Thonburi"/>
                <a:ea typeface="微軟正黑體" pitchFamily="34" charset="-120"/>
              </a:defRPr>
            </a:lvl8pPr>
            <a:lvl9pPr marL="3886200" indent="-228600" eaLnBrk="0" fontAlgn="base" hangingPunct="0">
              <a:spcBef>
                <a:spcPct val="0"/>
              </a:spcBef>
              <a:spcAft>
                <a:spcPct val="0"/>
              </a:spcAft>
              <a:defRPr>
                <a:solidFill>
                  <a:schemeClr val="tx1"/>
                </a:solidFill>
                <a:latin typeface="Thonburi"/>
                <a:ea typeface="微軟正黑體" pitchFamily="34" charset="-120"/>
              </a:defRPr>
            </a:lvl9pPr>
          </a:lstStyle>
          <a:p>
            <a:pPr defTabSz="914400"/>
            <a:r>
              <a:rPr kumimoji="1" lang="zh-TW" altLang="en-US" sz="1600">
                <a:latin typeface="Arial" pitchFamily="34" charset="0"/>
                <a:ea typeface="新細明體" pitchFamily="18" charset="-120"/>
              </a:rPr>
              <a:t>系統分析與設計</a:t>
            </a:r>
            <a:r>
              <a:rPr kumimoji="1" lang="zh-TW" altLang="en-US" sz="1200">
                <a:latin typeface="Arial" pitchFamily="34" charset="0"/>
                <a:ea typeface="新細明體" pitchFamily="18" charset="-120"/>
              </a:rPr>
              <a:t>理論與實務應用(七版)   吳仁和、林信惠 著</a:t>
            </a:r>
          </a:p>
        </p:txBody>
      </p:sp>
      <p:sp>
        <p:nvSpPr>
          <p:cNvPr id="5"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a:solidFill>
                  <a:schemeClr val="tx1"/>
                </a:solidFill>
                <a:latin typeface="Thonburi"/>
                <a:ea typeface="微軟正黑體" pitchFamily="34" charset="-120"/>
              </a:defRPr>
            </a:lvl1pPr>
            <a:lvl2pPr marL="742950" indent="-285750">
              <a:defRPr>
                <a:solidFill>
                  <a:schemeClr val="tx1"/>
                </a:solidFill>
                <a:latin typeface="Thonburi"/>
                <a:ea typeface="微軟正黑體" pitchFamily="34" charset="-120"/>
              </a:defRPr>
            </a:lvl2pPr>
            <a:lvl3pPr marL="1143000" indent="-228600">
              <a:defRPr>
                <a:solidFill>
                  <a:schemeClr val="tx1"/>
                </a:solidFill>
                <a:latin typeface="Thonburi"/>
                <a:ea typeface="微軟正黑體" pitchFamily="34" charset="-120"/>
              </a:defRPr>
            </a:lvl3pPr>
            <a:lvl4pPr marL="1600200" indent="-228600">
              <a:defRPr>
                <a:solidFill>
                  <a:schemeClr val="tx1"/>
                </a:solidFill>
                <a:latin typeface="Thonburi"/>
                <a:ea typeface="微軟正黑體" pitchFamily="34" charset="-120"/>
              </a:defRPr>
            </a:lvl4pPr>
            <a:lvl5pPr marL="2057400" indent="-228600">
              <a:defRPr>
                <a:solidFill>
                  <a:schemeClr val="tx1"/>
                </a:solidFill>
                <a:latin typeface="Thonburi"/>
                <a:ea typeface="微軟正黑體" pitchFamily="34" charset="-120"/>
              </a:defRPr>
            </a:lvl5pPr>
            <a:lvl6pPr marL="2514600" indent="-228600" defTabSz="457200" eaLnBrk="0" fontAlgn="base" hangingPunct="0">
              <a:spcBef>
                <a:spcPct val="0"/>
              </a:spcBef>
              <a:spcAft>
                <a:spcPct val="0"/>
              </a:spcAft>
              <a:defRPr>
                <a:solidFill>
                  <a:schemeClr val="tx1"/>
                </a:solidFill>
                <a:latin typeface="Thonburi"/>
                <a:ea typeface="微軟正黑體" pitchFamily="34" charset="-120"/>
              </a:defRPr>
            </a:lvl6pPr>
            <a:lvl7pPr marL="2971800" indent="-228600" defTabSz="457200" eaLnBrk="0" fontAlgn="base" hangingPunct="0">
              <a:spcBef>
                <a:spcPct val="0"/>
              </a:spcBef>
              <a:spcAft>
                <a:spcPct val="0"/>
              </a:spcAft>
              <a:defRPr>
                <a:solidFill>
                  <a:schemeClr val="tx1"/>
                </a:solidFill>
                <a:latin typeface="Thonburi"/>
                <a:ea typeface="微軟正黑體" pitchFamily="34" charset="-120"/>
              </a:defRPr>
            </a:lvl7pPr>
            <a:lvl8pPr marL="3429000" indent="-228600" defTabSz="457200" eaLnBrk="0" fontAlgn="base" hangingPunct="0">
              <a:spcBef>
                <a:spcPct val="0"/>
              </a:spcBef>
              <a:spcAft>
                <a:spcPct val="0"/>
              </a:spcAft>
              <a:defRPr>
                <a:solidFill>
                  <a:schemeClr val="tx1"/>
                </a:solidFill>
                <a:latin typeface="Thonburi"/>
                <a:ea typeface="微軟正黑體" pitchFamily="34" charset="-120"/>
              </a:defRPr>
            </a:lvl8pPr>
            <a:lvl9pPr marL="3886200" indent="-228600" defTabSz="457200" eaLnBrk="0" fontAlgn="base" hangingPunct="0">
              <a:spcBef>
                <a:spcPct val="0"/>
              </a:spcBef>
              <a:spcAft>
                <a:spcPct val="0"/>
              </a:spcAft>
              <a:defRPr>
                <a:solidFill>
                  <a:schemeClr val="tx1"/>
                </a:solidFill>
                <a:latin typeface="Thonburi"/>
                <a:ea typeface="微軟正黑體" pitchFamily="34" charset="-120"/>
              </a:defRPr>
            </a:lvl9pPr>
          </a:lstStyle>
          <a:p>
            <a:pPr algn="r"/>
            <a:r>
              <a:rPr kumimoji="1" lang="en-US" altLang="zh-TW" sz="1400">
                <a:latin typeface="Times New Roman" pitchFamily="18" charset="0"/>
                <a:ea typeface="華康特粗明體" pitchFamily="49" charset="-120"/>
              </a:rPr>
              <a:t>ISBN 9789575113094</a:t>
            </a:r>
          </a:p>
        </p:txBody>
      </p:sp>
      <p:sp>
        <p:nvSpPr>
          <p:cNvPr id="80898" name="Rectangle 2"/>
          <p:cNvSpPr>
            <a:spLocks noGrp="1" noChangeArrowheads="1"/>
          </p:cNvSpPr>
          <p:nvPr>
            <p:ph type="ctrTitle" sz="quarter"/>
          </p:nvPr>
        </p:nvSpPr>
        <p:spPr>
          <a:xfrm>
            <a:off x="250825" y="2974975"/>
            <a:ext cx="8637588" cy="900113"/>
          </a:xfrm>
          <a:extLst>
            <a:ext uri="{91240B29-F687-4F45-9708-019B960494DF}">
              <a14:hiddenLine xmlns:a14="http://schemas.microsoft.com/office/drawing/2010/main" w="9525">
                <a:solidFill>
                  <a:schemeClr val="tx1"/>
                </a:solidFill>
                <a:miter lim="800000"/>
                <a:headEnd/>
                <a:tailEnd/>
              </a14:hiddenLine>
            </a:ext>
          </a:extLst>
        </p:spPr>
        <p:txBody>
          <a:bodyPr/>
          <a:lstStyle>
            <a:lvl1pPr>
              <a:defRPr/>
            </a:lvl1pPr>
          </a:lstStyle>
          <a:p>
            <a:pPr lvl="0"/>
            <a:r>
              <a:rPr lang="zh-TW" altLang="en-US" noProof="0" smtClean="0"/>
              <a:t>按一下以編輯母片標題樣式</a:t>
            </a:r>
          </a:p>
        </p:txBody>
      </p:sp>
    </p:spTree>
    <p:extLst>
      <p:ext uri="{BB962C8B-B14F-4D97-AF65-F5344CB8AC3E}">
        <p14:creationId xmlns:p14="http://schemas.microsoft.com/office/powerpoint/2010/main" val="1066470710"/>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966021438"/>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1612750810"/>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19138" y="1438275"/>
            <a:ext cx="3971925"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43463" y="1438275"/>
            <a:ext cx="3973512"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445352587"/>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496673524"/>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1913544597"/>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990933"/>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813655507"/>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911633056"/>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532050240"/>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92913" y="449263"/>
            <a:ext cx="2024062" cy="5846762"/>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19138" y="449263"/>
            <a:ext cx="5921375" cy="5846762"/>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577453301"/>
      </p:ext>
    </p:extLst>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1079500" y="449263"/>
            <a:ext cx="7377113" cy="900112"/>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719138" y="1438275"/>
            <a:ext cx="3971925" cy="485775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43463" y="1438275"/>
            <a:ext cx="3973512" cy="485775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841200728"/>
      </p:ext>
    </p:extLst>
  </p:cSld>
  <p:clrMapOvr>
    <a:masterClrMapping/>
  </p:clrMapOvr>
  <p:transition spd="med">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標題及文字在物件之上">
    <p:spTree>
      <p:nvGrpSpPr>
        <p:cNvPr id="1" name=""/>
        <p:cNvGrpSpPr/>
        <p:nvPr/>
      </p:nvGrpSpPr>
      <p:grpSpPr>
        <a:xfrm>
          <a:off x="0" y="0"/>
          <a:ext cx="0" cy="0"/>
          <a:chOff x="0" y="0"/>
          <a:chExt cx="0" cy="0"/>
        </a:xfrm>
      </p:grpSpPr>
      <p:sp>
        <p:nvSpPr>
          <p:cNvPr id="2" name="標題 1"/>
          <p:cNvSpPr>
            <a:spLocks noGrp="1"/>
          </p:cNvSpPr>
          <p:nvPr>
            <p:ph type="title"/>
          </p:nvPr>
        </p:nvSpPr>
        <p:spPr>
          <a:xfrm>
            <a:off x="1079500" y="449263"/>
            <a:ext cx="7377113" cy="900112"/>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719138" y="1438275"/>
            <a:ext cx="8097837" cy="2352675"/>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719138" y="3943350"/>
            <a:ext cx="8097837" cy="2352675"/>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812299348"/>
      </p:ext>
    </p:extLst>
  </p:cSld>
  <p:clrMapOvr>
    <a:masterClrMapping/>
  </p:clrMapOvr>
  <p:transition spd="med">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Tree>
    <p:extLst>
      <p:ext uri="{BB962C8B-B14F-4D97-AF65-F5344CB8AC3E}">
        <p14:creationId xmlns:p14="http://schemas.microsoft.com/office/powerpoint/2010/main" val="3981603685"/>
      </p:ext>
    </p:extLst>
  </p:cSld>
  <p:clrMapOvr>
    <a:masterClrMapping/>
  </p:clrMapOvr>
  <p:transition spd="med">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765451486"/>
      </p:ext>
    </p:extLst>
  </p:cSld>
  <p:clrMapOvr>
    <a:masterClrMapping/>
  </p:clrMapOvr>
  <p:transition spd="med">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1774426066"/>
      </p:ext>
    </p:extLst>
  </p:cSld>
  <p:clrMapOvr>
    <a:masterClrMapping/>
  </p:clrMapOvr>
  <p:transition spd="med">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19138" y="1438275"/>
            <a:ext cx="3971925"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43463" y="1438275"/>
            <a:ext cx="3973512"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106829418"/>
      </p:ext>
    </p:extLst>
  </p:cSld>
  <p:clrMapOvr>
    <a:masterClrMapping/>
  </p:clrMapOvr>
  <p:transition spd="med">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283189107"/>
      </p:ext>
    </p:extLst>
  </p:cSld>
  <p:clrMapOvr>
    <a:masterClrMapping/>
  </p:clrMapOvr>
  <p:transition spd="med">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1171038592"/>
      </p:ext>
    </p:extLst>
  </p:cSld>
  <p:clrMapOvr>
    <a:masterClrMapping/>
  </p:clrMapOvr>
  <p:transition spd="med">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3745279"/>
      </p:ext>
    </p:extLst>
  </p:cSld>
  <p:clrMapOvr>
    <a:masterClrMapping/>
  </p:clrMapOvr>
  <p:transition spd="med">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3560114935"/>
      </p:ext>
    </p:extLst>
  </p:cSld>
  <p:clrMapOvr>
    <a:masterClrMapping/>
  </p:clrMapOvr>
  <p:transition spd="med">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3042255776"/>
      </p:ext>
    </p:extLst>
  </p:cSld>
  <p:clrMapOvr>
    <a:masterClrMapping/>
  </p:clrMapOvr>
  <p:transition spd="med">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74546871"/>
      </p:ext>
    </p:extLst>
  </p:cSld>
  <p:clrMapOvr>
    <a:masterClrMapping/>
  </p:clrMapOvr>
  <p:transition spd="med">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92913" y="449263"/>
            <a:ext cx="2024062" cy="5846762"/>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19138" y="449263"/>
            <a:ext cx="5921375" cy="5846762"/>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555438401"/>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79500" y="449263"/>
            <a:ext cx="7377113"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prstTxWarp prst="textNoShape">
              <a:avLst/>
            </a:prstTxWarp>
          </a:bodyPr>
          <a:lstStyle/>
          <a:p>
            <a:pPr lvl="0"/>
            <a:r>
              <a:rPr lang="zh-TW" altLang="en-US" smtClean="0"/>
              <a:t>按一下以編輯母片標題樣式</a:t>
            </a:r>
          </a:p>
        </p:txBody>
      </p:sp>
      <p:sp>
        <p:nvSpPr>
          <p:cNvPr id="1027" name="Rectangle 3"/>
          <p:cNvSpPr>
            <a:spLocks noGrp="1" noChangeArrowheads="1"/>
          </p:cNvSpPr>
          <p:nvPr>
            <p:ph type="body" idx="1"/>
          </p:nvPr>
        </p:nvSpPr>
        <p:spPr bwMode="auto">
          <a:xfrm>
            <a:off x="719138" y="1438275"/>
            <a:ext cx="8097837" cy="485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t" anchorCtr="0" compatLnSpc="1">
            <a:prstTxWarp prst="textNoShape">
              <a:avLst/>
            </a:prstTxWarp>
          </a:bodyPr>
          <a:lstStyle/>
          <a:p>
            <a:pPr lvl="0"/>
            <a:r>
              <a:rPr lang="zh-TW" altLang="en-US" smtClean="0"/>
              <a:t>按一下以編輯母片本文樣式</a:t>
            </a:r>
          </a:p>
          <a:p>
            <a:pPr lvl="1"/>
            <a:r>
              <a:rPr lang="zh-TW" altLang="en-US" smtClean="0"/>
              <a:t>第二階層</a:t>
            </a:r>
          </a:p>
          <a:p>
            <a:pPr lvl="2"/>
            <a:r>
              <a:rPr lang="zh-TW" altLang="en-US" smtClean="0"/>
              <a:t>第三階層</a:t>
            </a:r>
          </a:p>
          <a:p>
            <a:pPr lvl="3"/>
            <a:r>
              <a:rPr lang="zh-TW" altLang="en-US" smtClean="0"/>
              <a:t>第四階層</a:t>
            </a:r>
          </a:p>
          <a:p>
            <a:pPr lvl="4"/>
            <a:r>
              <a:rPr lang="zh-TW" altLang="en-US" smtClean="0"/>
              <a:t>第五階層</a:t>
            </a:r>
          </a:p>
        </p:txBody>
      </p:sp>
      <p:pic>
        <p:nvPicPr>
          <p:cNvPr id="1028" name="Picture 4" descr="資訊科技_bg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43038" y="1349375"/>
            <a:ext cx="6651625" cy="10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Text Box 5"/>
          <p:cNvSpPr txBox="1">
            <a:spLocks noChangeArrowheads="1"/>
          </p:cNvSpPr>
          <p:nvPr/>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a:solidFill>
                  <a:schemeClr val="tx1"/>
                </a:solidFill>
                <a:latin typeface="Thonburi"/>
                <a:ea typeface="微軟正黑體" pitchFamily="34" charset="-120"/>
              </a:defRPr>
            </a:lvl1pPr>
            <a:lvl2pPr marL="742950" indent="-285750">
              <a:defRPr>
                <a:solidFill>
                  <a:schemeClr val="tx1"/>
                </a:solidFill>
                <a:latin typeface="Thonburi"/>
                <a:ea typeface="微軟正黑體" pitchFamily="34" charset="-120"/>
              </a:defRPr>
            </a:lvl2pPr>
            <a:lvl3pPr marL="1143000" indent="-228600">
              <a:defRPr>
                <a:solidFill>
                  <a:schemeClr val="tx1"/>
                </a:solidFill>
                <a:latin typeface="Thonburi"/>
                <a:ea typeface="微軟正黑體" pitchFamily="34" charset="-120"/>
              </a:defRPr>
            </a:lvl3pPr>
            <a:lvl4pPr marL="1600200" indent="-228600">
              <a:defRPr>
                <a:solidFill>
                  <a:schemeClr val="tx1"/>
                </a:solidFill>
                <a:latin typeface="Thonburi"/>
                <a:ea typeface="微軟正黑體" pitchFamily="34" charset="-120"/>
              </a:defRPr>
            </a:lvl4pPr>
            <a:lvl5pPr marL="2057400" indent="-228600">
              <a:defRPr>
                <a:solidFill>
                  <a:schemeClr val="tx1"/>
                </a:solidFill>
                <a:latin typeface="Thonburi"/>
                <a:ea typeface="微軟正黑體" pitchFamily="34" charset="-120"/>
              </a:defRPr>
            </a:lvl5pPr>
            <a:lvl6pPr marL="2514600" indent="-228600" eaLnBrk="0" fontAlgn="base" hangingPunct="0">
              <a:spcBef>
                <a:spcPct val="0"/>
              </a:spcBef>
              <a:spcAft>
                <a:spcPct val="0"/>
              </a:spcAft>
              <a:defRPr>
                <a:solidFill>
                  <a:schemeClr val="tx1"/>
                </a:solidFill>
                <a:latin typeface="Thonburi"/>
                <a:ea typeface="微軟正黑體" pitchFamily="34" charset="-120"/>
              </a:defRPr>
            </a:lvl6pPr>
            <a:lvl7pPr marL="2971800" indent="-228600" eaLnBrk="0" fontAlgn="base" hangingPunct="0">
              <a:spcBef>
                <a:spcPct val="0"/>
              </a:spcBef>
              <a:spcAft>
                <a:spcPct val="0"/>
              </a:spcAft>
              <a:defRPr>
                <a:solidFill>
                  <a:schemeClr val="tx1"/>
                </a:solidFill>
                <a:latin typeface="Thonburi"/>
                <a:ea typeface="微軟正黑體" pitchFamily="34" charset="-120"/>
              </a:defRPr>
            </a:lvl7pPr>
            <a:lvl8pPr marL="3429000" indent="-228600" eaLnBrk="0" fontAlgn="base" hangingPunct="0">
              <a:spcBef>
                <a:spcPct val="0"/>
              </a:spcBef>
              <a:spcAft>
                <a:spcPct val="0"/>
              </a:spcAft>
              <a:defRPr>
                <a:solidFill>
                  <a:schemeClr val="tx1"/>
                </a:solidFill>
                <a:latin typeface="Thonburi"/>
                <a:ea typeface="微軟正黑體" pitchFamily="34" charset="-120"/>
              </a:defRPr>
            </a:lvl8pPr>
            <a:lvl9pPr marL="3886200" indent="-228600" eaLnBrk="0" fontAlgn="base" hangingPunct="0">
              <a:spcBef>
                <a:spcPct val="0"/>
              </a:spcBef>
              <a:spcAft>
                <a:spcPct val="0"/>
              </a:spcAft>
              <a:defRPr>
                <a:solidFill>
                  <a:schemeClr val="tx1"/>
                </a:solidFill>
                <a:latin typeface="Thonburi"/>
                <a:ea typeface="微軟正黑體" pitchFamily="34" charset="-120"/>
              </a:defRPr>
            </a:lvl9pPr>
          </a:lstStyle>
          <a:p>
            <a:pPr defTabSz="914400"/>
            <a:r>
              <a:rPr kumimoji="1" lang="zh-TW" altLang="en-US" sz="1600">
                <a:latin typeface="Arial" pitchFamily="34" charset="0"/>
                <a:ea typeface="新細明體" pitchFamily="18" charset="-120"/>
              </a:rPr>
              <a:t>系統分析與設計</a:t>
            </a:r>
            <a:r>
              <a:rPr kumimoji="1" lang="zh-TW" altLang="en-US" sz="1200">
                <a:latin typeface="Arial" pitchFamily="34" charset="0"/>
                <a:ea typeface="新細明體" pitchFamily="18" charset="-120"/>
              </a:rPr>
              <a:t>理論與實務應用(七版)   吳仁和、林信惠 著</a:t>
            </a:r>
          </a:p>
        </p:txBody>
      </p:sp>
      <p:sp>
        <p:nvSpPr>
          <p:cNvPr id="1030"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a:solidFill>
                  <a:schemeClr val="tx1"/>
                </a:solidFill>
                <a:latin typeface="Thonburi"/>
                <a:ea typeface="微軟正黑體" pitchFamily="34" charset="-120"/>
              </a:defRPr>
            </a:lvl1pPr>
            <a:lvl2pPr marL="742950" indent="-285750">
              <a:defRPr>
                <a:solidFill>
                  <a:schemeClr val="tx1"/>
                </a:solidFill>
                <a:latin typeface="Thonburi"/>
                <a:ea typeface="微軟正黑體" pitchFamily="34" charset="-120"/>
              </a:defRPr>
            </a:lvl2pPr>
            <a:lvl3pPr marL="1143000" indent="-228600">
              <a:defRPr>
                <a:solidFill>
                  <a:schemeClr val="tx1"/>
                </a:solidFill>
                <a:latin typeface="Thonburi"/>
                <a:ea typeface="微軟正黑體" pitchFamily="34" charset="-120"/>
              </a:defRPr>
            </a:lvl3pPr>
            <a:lvl4pPr marL="1600200" indent="-228600">
              <a:defRPr>
                <a:solidFill>
                  <a:schemeClr val="tx1"/>
                </a:solidFill>
                <a:latin typeface="Thonburi"/>
                <a:ea typeface="微軟正黑體" pitchFamily="34" charset="-120"/>
              </a:defRPr>
            </a:lvl4pPr>
            <a:lvl5pPr marL="2057400" indent="-228600">
              <a:defRPr>
                <a:solidFill>
                  <a:schemeClr val="tx1"/>
                </a:solidFill>
                <a:latin typeface="Thonburi"/>
                <a:ea typeface="微軟正黑體" pitchFamily="34" charset="-120"/>
              </a:defRPr>
            </a:lvl5pPr>
            <a:lvl6pPr marL="2514600" indent="-228600" defTabSz="457200" eaLnBrk="0" fontAlgn="base" hangingPunct="0">
              <a:spcBef>
                <a:spcPct val="0"/>
              </a:spcBef>
              <a:spcAft>
                <a:spcPct val="0"/>
              </a:spcAft>
              <a:defRPr>
                <a:solidFill>
                  <a:schemeClr val="tx1"/>
                </a:solidFill>
                <a:latin typeface="Thonburi"/>
                <a:ea typeface="微軟正黑體" pitchFamily="34" charset="-120"/>
              </a:defRPr>
            </a:lvl6pPr>
            <a:lvl7pPr marL="2971800" indent="-228600" defTabSz="457200" eaLnBrk="0" fontAlgn="base" hangingPunct="0">
              <a:spcBef>
                <a:spcPct val="0"/>
              </a:spcBef>
              <a:spcAft>
                <a:spcPct val="0"/>
              </a:spcAft>
              <a:defRPr>
                <a:solidFill>
                  <a:schemeClr val="tx1"/>
                </a:solidFill>
                <a:latin typeface="Thonburi"/>
                <a:ea typeface="微軟正黑體" pitchFamily="34" charset="-120"/>
              </a:defRPr>
            </a:lvl7pPr>
            <a:lvl8pPr marL="3429000" indent="-228600" defTabSz="457200" eaLnBrk="0" fontAlgn="base" hangingPunct="0">
              <a:spcBef>
                <a:spcPct val="0"/>
              </a:spcBef>
              <a:spcAft>
                <a:spcPct val="0"/>
              </a:spcAft>
              <a:defRPr>
                <a:solidFill>
                  <a:schemeClr val="tx1"/>
                </a:solidFill>
                <a:latin typeface="Thonburi"/>
                <a:ea typeface="微軟正黑體" pitchFamily="34" charset="-120"/>
              </a:defRPr>
            </a:lvl8pPr>
            <a:lvl9pPr marL="3886200" indent="-228600" defTabSz="457200" eaLnBrk="0" fontAlgn="base" hangingPunct="0">
              <a:spcBef>
                <a:spcPct val="0"/>
              </a:spcBef>
              <a:spcAft>
                <a:spcPct val="0"/>
              </a:spcAft>
              <a:defRPr>
                <a:solidFill>
                  <a:schemeClr val="tx1"/>
                </a:solidFill>
                <a:latin typeface="Thonburi"/>
                <a:ea typeface="微軟正黑體" pitchFamily="34" charset="-120"/>
              </a:defRPr>
            </a:lvl9pPr>
          </a:lstStyle>
          <a:p>
            <a:pPr algn="r"/>
            <a:r>
              <a:rPr kumimoji="1" lang="en-US" altLang="zh-TW" sz="1400">
                <a:latin typeface="Times New Roman" pitchFamily="18" charset="0"/>
                <a:ea typeface="華康特粗明體" pitchFamily="49" charset="-120"/>
              </a:rPr>
              <a:t>ISBN 9789575113094</a:t>
            </a:r>
          </a:p>
        </p:txBody>
      </p:sp>
    </p:spTree>
  </p:cSld>
  <p:clrMap bg1="dk2" tx1="lt1" bg2="dk1" tx2="lt2" accent1="accent1" accent2="accent2" accent3="accent3" accent4="accent4" accent5="accent5" accent6="accent6" hlink="hlink" folHlink="folHlink"/>
  <p:sldLayoutIdLst>
    <p:sldLayoutId id="2147483896"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 id="2147483883" r:id="rId12"/>
    <p:sldLayoutId id="2147483884" r:id="rId13"/>
  </p:sldLayoutIdLst>
  <p:transition spd="med">
    <p:random/>
  </p:transition>
  <p:txStyles>
    <p:titleStyle>
      <a:lvl1pPr algn="ctr" rtl="0" eaLnBrk="0" fontAlgn="base" hangingPunct="0">
        <a:spcBef>
          <a:spcPct val="0"/>
        </a:spcBef>
        <a:spcAft>
          <a:spcPct val="0"/>
        </a:spcAft>
        <a:defRPr kumimoji="1" sz="3200">
          <a:solidFill>
            <a:srgbClr val="0E3384"/>
          </a:solidFill>
          <a:latin typeface="+mj-lt"/>
          <a:ea typeface="+mj-ea"/>
          <a:cs typeface="+mj-cs"/>
        </a:defRPr>
      </a:lvl1pPr>
      <a:lvl2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2pPr>
      <a:lvl3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3pPr>
      <a:lvl4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4pPr>
      <a:lvl5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5pPr>
      <a:lvl6pPr marL="457200" algn="ctr" rtl="0" fontAlgn="base" hangingPunct="0">
        <a:spcBef>
          <a:spcPct val="0"/>
        </a:spcBef>
        <a:spcAft>
          <a:spcPct val="0"/>
        </a:spcAft>
        <a:defRPr kumimoji="1" sz="3200">
          <a:solidFill>
            <a:srgbClr val="0E3384"/>
          </a:solidFill>
          <a:latin typeface="Times New Roman" pitchFamily="18" charset="0"/>
          <a:ea typeface="華康特粗明體" pitchFamily="49" charset="-120"/>
        </a:defRPr>
      </a:lvl6pPr>
      <a:lvl7pPr marL="914400" algn="ctr" rtl="0" fontAlgn="base" hangingPunct="0">
        <a:spcBef>
          <a:spcPct val="0"/>
        </a:spcBef>
        <a:spcAft>
          <a:spcPct val="0"/>
        </a:spcAft>
        <a:defRPr kumimoji="1" sz="3200">
          <a:solidFill>
            <a:srgbClr val="0E3384"/>
          </a:solidFill>
          <a:latin typeface="Times New Roman" pitchFamily="18" charset="0"/>
          <a:ea typeface="華康特粗明體" pitchFamily="49" charset="-120"/>
        </a:defRPr>
      </a:lvl7pPr>
      <a:lvl8pPr marL="1371600" algn="ctr" rtl="0" fontAlgn="base" hangingPunct="0">
        <a:spcBef>
          <a:spcPct val="0"/>
        </a:spcBef>
        <a:spcAft>
          <a:spcPct val="0"/>
        </a:spcAft>
        <a:defRPr kumimoji="1" sz="3200">
          <a:solidFill>
            <a:srgbClr val="0E3384"/>
          </a:solidFill>
          <a:latin typeface="Times New Roman" pitchFamily="18" charset="0"/>
          <a:ea typeface="華康特粗明體" pitchFamily="49" charset="-120"/>
        </a:defRPr>
      </a:lvl8pPr>
      <a:lvl9pPr marL="1828800" algn="ctr" rtl="0" fontAlgn="base" hangingPunct="0">
        <a:spcBef>
          <a:spcPct val="0"/>
        </a:spcBef>
        <a:spcAft>
          <a:spcPct val="0"/>
        </a:spcAft>
        <a:defRPr kumimoji="1" sz="3200">
          <a:solidFill>
            <a:srgbClr val="0E3384"/>
          </a:solidFill>
          <a:latin typeface="Times New Roman" pitchFamily="18" charset="0"/>
          <a:ea typeface="華康特粗明體" pitchFamily="49" charset="-120"/>
        </a:defRPr>
      </a:lvl9pPr>
    </p:titleStyle>
    <p:bodyStyle>
      <a:lvl1pPr marL="342900" indent="-342900" algn="just" rtl="0" eaLnBrk="0" fontAlgn="base" hangingPunct="0">
        <a:lnSpc>
          <a:spcPct val="120000"/>
        </a:lnSpc>
        <a:spcBef>
          <a:spcPct val="20000"/>
        </a:spcBef>
        <a:spcAft>
          <a:spcPct val="0"/>
        </a:spcAft>
        <a:buFont typeface="Wingdings" pitchFamily="2" charset="2"/>
        <a:buChar char="q"/>
        <a:defRPr kumimoji="1" sz="2200">
          <a:solidFill>
            <a:schemeClr val="bg2"/>
          </a:solidFill>
          <a:latin typeface="+mn-lt"/>
          <a:ea typeface="+mn-ea"/>
          <a:cs typeface="+mn-cs"/>
        </a:defRPr>
      </a:lvl1pPr>
      <a:lvl2pPr marL="742950" indent="-285750" algn="just" rtl="0" eaLnBrk="0" fontAlgn="base" hangingPunct="0">
        <a:lnSpc>
          <a:spcPct val="120000"/>
        </a:lnSpc>
        <a:spcBef>
          <a:spcPct val="20000"/>
        </a:spcBef>
        <a:spcAft>
          <a:spcPct val="0"/>
        </a:spcAft>
        <a:buFont typeface="Wingdings" pitchFamily="2" charset="2"/>
        <a:buChar char="l"/>
        <a:defRPr kumimoji="1" sz="2200">
          <a:solidFill>
            <a:schemeClr val="bg2"/>
          </a:solidFill>
          <a:latin typeface="+mn-lt"/>
          <a:ea typeface="+mn-ea"/>
        </a:defRPr>
      </a:lvl2pPr>
      <a:lvl3pPr marL="1143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3pPr>
      <a:lvl4pPr marL="1600200" indent="-228600" algn="just" rtl="0" eaLnBrk="0" fontAlgn="base" hangingPunct="0">
        <a:lnSpc>
          <a:spcPct val="120000"/>
        </a:lnSpc>
        <a:spcBef>
          <a:spcPct val="20000"/>
        </a:spcBef>
        <a:spcAft>
          <a:spcPct val="0"/>
        </a:spcAft>
        <a:buFont typeface="Wingdings" pitchFamily="2" charset="2"/>
        <a:buChar char="§"/>
        <a:defRPr kumimoji="1" sz="2200">
          <a:solidFill>
            <a:schemeClr val="bg2"/>
          </a:solidFill>
          <a:latin typeface="+mn-lt"/>
          <a:ea typeface="+mn-ea"/>
        </a:defRPr>
      </a:lvl4pPr>
      <a:lvl5pPr marL="20574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5pPr>
      <a:lvl6pPr marL="2514600" indent="-228600" algn="just" rtl="0" fontAlgn="base" hangingPunct="0">
        <a:lnSpc>
          <a:spcPct val="120000"/>
        </a:lnSpc>
        <a:spcBef>
          <a:spcPct val="20000"/>
        </a:spcBef>
        <a:spcAft>
          <a:spcPct val="0"/>
        </a:spcAft>
        <a:buChar char="•"/>
        <a:defRPr kumimoji="1" sz="2200">
          <a:solidFill>
            <a:schemeClr val="bg2"/>
          </a:solidFill>
          <a:latin typeface="+mn-lt"/>
          <a:ea typeface="+mn-ea"/>
        </a:defRPr>
      </a:lvl6pPr>
      <a:lvl7pPr marL="2971800" indent="-228600" algn="just" rtl="0" fontAlgn="base" hangingPunct="0">
        <a:lnSpc>
          <a:spcPct val="120000"/>
        </a:lnSpc>
        <a:spcBef>
          <a:spcPct val="20000"/>
        </a:spcBef>
        <a:spcAft>
          <a:spcPct val="0"/>
        </a:spcAft>
        <a:buChar char="•"/>
        <a:defRPr kumimoji="1" sz="2200">
          <a:solidFill>
            <a:schemeClr val="bg2"/>
          </a:solidFill>
          <a:latin typeface="+mn-lt"/>
          <a:ea typeface="+mn-ea"/>
        </a:defRPr>
      </a:lvl7pPr>
      <a:lvl8pPr marL="3429000" indent="-228600" algn="just" rtl="0" fontAlgn="base" hangingPunct="0">
        <a:lnSpc>
          <a:spcPct val="120000"/>
        </a:lnSpc>
        <a:spcBef>
          <a:spcPct val="20000"/>
        </a:spcBef>
        <a:spcAft>
          <a:spcPct val="0"/>
        </a:spcAft>
        <a:buChar char="•"/>
        <a:defRPr kumimoji="1" sz="2200">
          <a:solidFill>
            <a:schemeClr val="bg2"/>
          </a:solidFill>
          <a:latin typeface="+mn-lt"/>
          <a:ea typeface="+mn-ea"/>
        </a:defRPr>
      </a:lvl8pPr>
      <a:lvl9pPr marL="3886200" indent="-228600" algn="just" rtl="0" fontAlgn="base" hangingPunct="0">
        <a:lnSpc>
          <a:spcPct val="120000"/>
        </a:lnSpc>
        <a:spcBef>
          <a:spcPct val="20000"/>
        </a:spcBef>
        <a:spcAft>
          <a:spcPct val="0"/>
        </a:spcAft>
        <a:buChar char="•"/>
        <a:defRPr kumimoji="1" sz="2200">
          <a:solidFill>
            <a:schemeClr val="bg2"/>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1079500" y="449263"/>
            <a:ext cx="7377113"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zh-TW" altLang="en-US" smtClean="0"/>
              <a:t>按一下以編輯母片標題樣式</a:t>
            </a:r>
          </a:p>
        </p:txBody>
      </p:sp>
      <p:sp>
        <p:nvSpPr>
          <p:cNvPr id="2051" name="Rectangle 3"/>
          <p:cNvSpPr>
            <a:spLocks noGrp="1" noChangeArrowheads="1"/>
          </p:cNvSpPr>
          <p:nvPr>
            <p:ph type="body" idx="1"/>
          </p:nvPr>
        </p:nvSpPr>
        <p:spPr bwMode="auto">
          <a:xfrm>
            <a:off x="719138" y="1438275"/>
            <a:ext cx="8097837"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zh-TW" altLang="en-US" smtClean="0"/>
              <a:t>按一下以編輯母片本文樣式</a:t>
            </a:r>
          </a:p>
          <a:p>
            <a:pPr lvl="1"/>
            <a:r>
              <a:rPr lang="zh-TW" altLang="en-US" smtClean="0"/>
              <a:t>第二階層</a:t>
            </a:r>
          </a:p>
          <a:p>
            <a:pPr lvl="2"/>
            <a:r>
              <a:rPr lang="zh-TW" altLang="en-US" smtClean="0"/>
              <a:t>第三階層</a:t>
            </a:r>
          </a:p>
          <a:p>
            <a:pPr lvl="3"/>
            <a:r>
              <a:rPr lang="zh-TW" altLang="en-US" smtClean="0"/>
              <a:t>第四階層</a:t>
            </a:r>
          </a:p>
          <a:p>
            <a:pPr lvl="4"/>
            <a:r>
              <a:rPr lang="zh-TW" altLang="en-US" smtClean="0"/>
              <a:t>第五階層</a:t>
            </a:r>
          </a:p>
        </p:txBody>
      </p:sp>
      <p:pic>
        <p:nvPicPr>
          <p:cNvPr id="2052" name="Picture 6" descr="資訊科技_bg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43038" y="1349375"/>
            <a:ext cx="6651625" cy="10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 name="Text Box 5"/>
          <p:cNvSpPr txBox="1">
            <a:spLocks noChangeArrowheads="1"/>
          </p:cNvSpPr>
          <p:nvPr/>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a:solidFill>
                  <a:schemeClr val="tx1"/>
                </a:solidFill>
                <a:latin typeface="Thonburi"/>
                <a:ea typeface="微軟正黑體" pitchFamily="34" charset="-120"/>
              </a:defRPr>
            </a:lvl1pPr>
            <a:lvl2pPr marL="742950" indent="-285750">
              <a:defRPr>
                <a:solidFill>
                  <a:schemeClr val="tx1"/>
                </a:solidFill>
                <a:latin typeface="Thonburi"/>
                <a:ea typeface="微軟正黑體" pitchFamily="34" charset="-120"/>
              </a:defRPr>
            </a:lvl2pPr>
            <a:lvl3pPr marL="1143000" indent="-228600">
              <a:defRPr>
                <a:solidFill>
                  <a:schemeClr val="tx1"/>
                </a:solidFill>
                <a:latin typeface="Thonburi"/>
                <a:ea typeface="微軟正黑體" pitchFamily="34" charset="-120"/>
              </a:defRPr>
            </a:lvl3pPr>
            <a:lvl4pPr marL="1600200" indent="-228600">
              <a:defRPr>
                <a:solidFill>
                  <a:schemeClr val="tx1"/>
                </a:solidFill>
                <a:latin typeface="Thonburi"/>
                <a:ea typeface="微軟正黑體" pitchFamily="34" charset="-120"/>
              </a:defRPr>
            </a:lvl4pPr>
            <a:lvl5pPr marL="2057400" indent="-228600">
              <a:defRPr>
                <a:solidFill>
                  <a:schemeClr val="tx1"/>
                </a:solidFill>
                <a:latin typeface="Thonburi"/>
                <a:ea typeface="微軟正黑體" pitchFamily="34" charset="-120"/>
              </a:defRPr>
            </a:lvl5pPr>
            <a:lvl6pPr marL="2514600" indent="-228600" eaLnBrk="0" fontAlgn="base" hangingPunct="0">
              <a:spcBef>
                <a:spcPct val="0"/>
              </a:spcBef>
              <a:spcAft>
                <a:spcPct val="0"/>
              </a:spcAft>
              <a:defRPr>
                <a:solidFill>
                  <a:schemeClr val="tx1"/>
                </a:solidFill>
                <a:latin typeface="Thonburi"/>
                <a:ea typeface="微軟正黑體" pitchFamily="34" charset="-120"/>
              </a:defRPr>
            </a:lvl6pPr>
            <a:lvl7pPr marL="2971800" indent="-228600" eaLnBrk="0" fontAlgn="base" hangingPunct="0">
              <a:spcBef>
                <a:spcPct val="0"/>
              </a:spcBef>
              <a:spcAft>
                <a:spcPct val="0"/>
              </a:spcAft>
              <a:defRPr>
                <a:solidFill>
                  <a:schemeClr val="tx1"/>
                </a:solidFill>
                <a:latin typeface="Thonburi"/>
                <a:ea typeface="微軟正黑體" pitchFamily="34" charset="-120"/>
              </a:defRPr>
            </a:lvl7pPr>
            <a:lvl8pPr marL="3429000" indent="-228600" eaLnBrk="0" fontAlgn="base" hangingPunct="0">
              <a:spcBef>
                <a:spcPct val="0"/>
              </a:spcBef>
              <a:spcAft>
                <a:spcPct val="0"/>
              </a:spcAft>
              <a:defRPr>
                <a:solidFill>
                  <a:schemeClr val="tx1"/>
                </a:solidFill>
                <a:latin typeface="Thonburi"/>
                <a:ea typeface="微軟正黑體" pitchFamily="34" charset="-120"/>
              </a:defRPr>
            </a:lvl8pPr>
            <a:lvl9pPr marL="3886200" indent="-228600" eaLnBrk="0" fontAlgn="base" hangingPunct="0">
              <a:spcBef>
                <a:spcPct val="0"/>
              </a:spcBef>
              <a:spcAft>
                <a:spcPct val="0"/>
              </a:spcAft>
              <a:defRPr>
                <a:solidFill>
                  <a:schemeClr val="tx1"/>
                </a:solidFill>
                <a:latin typeface="Thonburi"/>
                <a:ea typeface="微軟正黑體" pitchFamily="34" charset="-120"/>
              </a:defRPr>
            </a:lvl9pPr>
          </a:lstStyle>
          <a:p>
            <a:pPr defTabSz="914400"/>
            <a:r>
              <a:rPr kumimoji="1" lang="zh-TW" altLang="en-US" sz="1600">
                <a:latin typeface="Arial" pitchFamily="34" charset="0"/>
                <a:ea typeface="新細明體" pitchFamily="18" charset="-120"/>
              </a:rPr>
              <a:t>系統分析與設計</a:t>
            </a:r>
            <a:r>
              <a:rPr kumimoji="1" lang="zh-TW" altLang="en-US" sz="1200">
                <a:latin typeface="Arial" pitchFamily="34" charset="0"/>
                <a:ea typeface="新細明體" pitchFamily="18" charset="-120"/>
              </a:rPr>
              <a:t>理論與實務應用(七版)   吳仁和、林信惠 著</a:t>
            </a:r>
          </a:p>
        </p:txBody>
      </p:sp>
      <p:sp>
        <p:nvSpPr>
          <p:cNvPr id="2054"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a:solidFill>
                  <a:schemeClr val="tx1"/>
                </a:solidFill>
                <a:latin typeface="Thonburi"/>
                <a:ea typeface="微軟正黑體" pitchFamily="34" charset="-120"/>
              </a:defRPr>
            </a:lvl1pPr>
            <a:lvl2pPr marL="742950" indent="-285750">
              <a:defRPr>
                <a:solidFill>
                  <a:schemeClr val="tx1"/>
                </a:solidFill>
                <a:latin typeface="Thonburi"/>
                <a:ea typeface="微軟正黑體" pitchFamily="34" charset="-120"/>
              </a:defRPr>
            </a:lvl2pPr>
            <a:lvl3pPr marL="1143000" indent="-228600">
              <a:defRPr>
                <a:solidFill>
                  <a:schemeClr val="tx1"/>
                </a:solidFill>
                <a:latin typeface="Thonburi"/>
                <a:ea typeface="微軟正黑體" pitchFamily="34" charset="-120"/>
              </a:defRPr>
            </a:lvl3pPr>
            <a:lvl4pPr marL="1600200" indent="-228600">
              <a:defRPr>
                <a:solidFill>
                  <a:schemeClr val="tx1"/>
                </a:solidFill>
                <a:latin typeface="Thonburi"/>
                <a:ea typeface="微軟正黑體" pitchFamily="34" charset="-120"/>
              </a:defRPr>
            </a:lvl4pPr>
            <a:lvl5pPr marL="2057400" indent="-228600">
              <a:defRPr>
                <a:solidFill>
                  <a:schemeClr val="tx1"/>
                </a:solidFill>
                <a:latin typeface="Thonburi"/>
                <a:ea typeface="微軟正黑體" pitchFamily="34" charset="-120"/>
              </a:defRPr>
            </a:lvl5pPr>
            <a:lvl6pPr marL="2514600" indent="-228600" defTabSz="457200" eaLnBrk="0" fontAlgn="base" hangingPunct="0">
              <a:spcBef>
                <a:spcPct val="0"/>
              </a:spcBef>
              <a:spcAft>
                <a:spcPct val="0"/>
              </a:spcAft>
              <a:defRPr>
                <a:solidFill>
                  <a:schemeClr val="tx1"/>
                </a:solidFill>
                <a:latin typeface="Thonburi"/>
                <a:ea typeface="微軟正黑體" pitchFamily="34" charset="-120"/>
              </a:defRPr>
            </a:lvl6pPr>
            <a:lvl7pPr marL="2971800" indent="-228600" defTabSz="457200" eaLnBrk="0" fontAlgn="base" hangingPunct="0">
              <a:spcBef>
                <a:spcPct val="0"/>
              </a:spcBef>
              <a:spcAft>
                <a:spcPct val="0"/>
              </a:spcAft>
              <a:defRPr>
                <a:solidFill>
                  <a:schemeClr val="tx1"/>
                </a:solidFill>
                <a:latin typeface="Thonburi"/>
                <a:ea typeface="微軟正黑體" pitchFamily="34" charset="-120"/>
              </a:defRPr>
            </a:lvl7pPr>
            <a:lvl8pPr marL="3429000" indent="-228600" defTabSz="457200" eaLnBrk="0" fontAlgn="base" hangingPunct="0">
              <a:spcBef>
                <a:spcPct val="0"/>
              </a:spcBef>
              <a:spcAft>
                <a:spcPct val="0"/>
              </a:spcAft>
              <a:defRPr>
                <a:solidFill>
                  <a:schemeClr val="tx1"/>
                </a:solidFill>
                <a:latin typeface="Thonburi"/>
                <a:ea typeface="微軟正黑體" pitchFamily="34" charset="-120"/>
              </a:defRPr>
            </a:lvl8pPr>
            <a:lvl9pPr marL="3886200" indent="-228600" defTabSz="457200" eaLnBrk="0" fontAlgn="base" hangingPunct="0">
              <a:spcBef>
                <a:spcPct val="0"/>
              </a:spcBef>
              <a:spcAft>
                <a:spcPct val="0"/>
              </a:spcAft>
              <a:defRPr>
                <a:solidFill>
                  <a:schemeClr val="tx1"/>
                </a:solidFill>
                <a:latin typeface="Thonburi"/>
                <a:ea typeface="微軟正黑體" pitchFamily="34" charset="-120"/>
              </a:defRPr>
            </a:lvl9pPr>
          </a:lstStyle>
          <a:p>
            <a:pPr algn="r"/>
            <a:r>
              <a:rPr kumimoji="1" lang="en-US" altLang="zh-TW" sz="1400">
                <a:latin typeface="Times New Roman" pitchFamily="18" charset="0"/>
                <a:ea typeface="華康特粗明體" pitchFamily="49" charset="-120"/>
              </a:rPr>
              <a:t>ISBN 9789575113094</a:t>
            </a:r>
          </a:p>
        </p:txBody>
      </p:sp>
    </p:spTree>
  </p:cSld>
  <p:clrMap bg1="dk2" tx1="lt1" bg2="dk1" tx2="lt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Lst>
  <p:transition spd="med">
    <p:random/>
  </p:transition>
  <p:timing>
    <p:tnLst>
      <p:par>
        <p:cTn id="1" dur="indefinite" restart="never" nodeType="tmRoot"/>
      </p:par>
    </p:tnLst>
  </p:timing>
  <p:hf hdr="0" ftr="0"/>
  <p:txStyles>
    <p:titleStyle>
      <a:lvl1pPr algn="ctr" rtl="0" eaLnBrk="0" fontAlgn="base" hangingPunct="0">
        <a:spcBef>
          <a:spcPct val="0"/>
        </a:spcBef>
        <a:spcAft>
          <a:spcPct val="0"/>
        </a:spcAft>
        <a:defRPr kumimoji="1" sz="3200">
          <a:solidFill>
            <a:srgbClr val="0E3384"/>
          </a:solidFill>
          <a:latin typeface="+mj-lt"/>
          <a:ea typeface="+mj-ea"/>
          <a:cs typeface="+mj-cs"/>
        </a:defRPr>
      </a:lvl1pPr>
      <a:lvl2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2pPr>
      <a:lvl3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3pPr>
      <a:lvl4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4pPr>
      <a:lvl5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5pPr>
      <a:lvl6pPr marL="4572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6pPr>
      <a:lvl7pPr marL="9144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7pPr>
      <a:lvl8pPr marL="13716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8pPr>
      <a:lvl9pPr marL="18288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9pPr>
    </p:titleStyle>
    <p:bodyStyle>
      <a:lvl1pPr marL="342900" indent="-342900" algn="just" rtl="0" eaLnBrk="0" fontAlgn="base" hangingPunct="0">
        <a:lnSpc>
          <a:spcPct val="120000"/>
        </a:lnSpc>
        <a:spcBef>
          <a:spcPct val="20000"/>
        </a:spcBef>
        <a:spcAft>
          <a:spcPct val="0"/>
        </a:spcAft>
        <a:buFont typeface="Wingdings" pitchFamily="2" charset="2"/>
        <a:buChar char="q"/>
        <a:defRPr kumimoji="1" sz="2200">
          <a:solidFill>
            <a:schemeClr val="bg2"/>
          </a:solidFill>
          <a:latin typeface="+mn-lt"/>
          <a:ea typeface="+mn-ea"/>
          <a:cs typeface="+mn-cs"/>
        </a:defRPr>
      </a:lvl1pPr>
      <a:lvl2pPr marL="742950" indent="-285750" algn="just" rtl="0" eaLnBrk="0" fontAlgn="base" hangingPunct="0">
        <a:lnSpc>
          <a:spcPct val="120000"/>
        </a:lnSpc>
        <a:spcBef>
          <a:spcPct val="20000"/>
        </a:spcBef>
        <a:spcAft>
          <a:spcPct val="0"/>
        </a:spcAft>
        <a:buFont typeface="Wingdings" pitchFamily="2" charset="2"/>
        <a:buChar char="l"/>
        <a:defRPr kumimoji="1" sz="2200">
          <a:solidFill>
            <a:schemeClr val="bg2"/>
          </a:solidFill>
          <a:latin typeface="+mn-lt"/>
          <a:ea typeface="+mn-ea"/>
        </a:defRPr>
      </a:lvl2pPr>
      <a:lvl3pPr marL="1143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3pPr>
      <a:lvl4pPr marL="1600200" indent="-228600" algn="just" rtl="0" eaLnBrk="0" fontAlgn="base" hangingPunct="0">
        <a:lnSpc>
          <a:spcPct val="120000"/>
        </a:lnSpc>
        <a:spcBef>
          <a:spcPct val="20000"/>
        </a:spcBef>
        <a:spcAft>
          <a:spcPct val="0"/>
        </a:spcAft>
        <a:buFont typeface="Wingdings" pitchFamily="2" charset="2"/>
        <a:buChar char="§"/>
        <a:defRPr kumimoji="1" sz="2200">
          <a:solidFill>
            <a:schemeClr val="bg2"/>
          </a:solidFill>
          <a:latin typeface="+mn-lt"/>
          <a:ea typeface="+mn-ea"/>
        </a:defRPr>
      </a:lvl4pPr>
      <a:lvl5pPr marL="20574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5pPr>
      <a:lvl6pPr marL="25146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6pPr>
      <a:lvl7pPr marL="29718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7pPr>
      <a:lvl8pPr marL="3429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8pPr>
      <a:lvl9pPr marL="38862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ubTitle" idx="4294967295"/>
          </p:nvPr>
        </p:nvSpPr>
        <p:spPr>
          <a:xfrm>
            <a:off x="1371600" y="3886200"/>
            <a:ext cx="6400800" cy="1752600"/>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indent="0" algn="ctr" eaLnBrk="1">
              <a:lnSpc>
                <a:spcPct val="100000"/>
              </a:lnSpc>
              <a:spcBef>
                <a:spcPct val="0"/>
              </a:spcBef>
              <a:buFont typeface="Wingdings" pitchFamily="2" charset="2"/>
              <a:buNone/>
            </a:pPr>
            <a:endParaRPr lang="zh-TW" altLang="en-US" smtClean="0"/>
          </a:p>
        </p:txBody>
      </p:sp>
      <p:sp>
        <p:nvSpPr>
          <p:cNvPr id="4099" name="Rectangle 8"/>
          <p:cNvSpPr>
            <a:spLocks noGrp="1" noChangeArrowheads="1"/>
          </p:cNvSpPr>
          <p:nvPr>
            <p:ph type="ctrTitle"/>
          </p:nvPr>
        </p:nvSpPr>
        <p:spPr/>
        <p:txBody>
          <a:bodyPr/>
          <a:lstStyle/>
          <a:p>
            <a:pPr eaLnBrk="1"/>
            <a:r>
              <a:rPr lang="zh-TW" altLang="en-US" smtClean="0"/>
              <a:t>第十一章 物件互動行為塑模</a:t>
            </a:r>
          </a:p>
        </p:txBody>
      </p:sp>
    </p:spTree>
  </p:cSld>
  <p:clrMapOvr>
    <a:masterClrMapping/>
  </p:clrMapOvr>
  <p:transition spd="med">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8"/>
          <p:cNvSpPr>
            <a:spLocks noGrp="1" noChangeArrowheads="1"/>
          </p:cNvSpPr>
          <p:nvPr>
            <p:ph type="body" idx="1"/>
          </p:nvPr>
        </p:nvSpPr>
        <p:spPr/>
        <p:txBody>
          <a:bodyPr/>
          <a:lstStyle/>
          <a:p>
            <a:pPr eaLnBrk="1">
              <a:buFont typeface="Wingdings" pitchFamily="2" charset="2"/>
              <a:buNone/>
            </a:pPr>
            <a:r>
              <a:rPr lang="zh-TW" altLang="en-US" smtClean="0"/>
              <a:t>學習目標</a:t>
            </a:r>
          </a:p>
          <a:p>
            <a:pPr eaLnBrk="1">
              <a:buFont typeface="Wingdings" pitchFamily="2" charset="2"/>
              <a:buNone/>
            </a:pPr>
            <a:r>
              <a:rPr lang="en-US" altLang="zh-TW" smtClean="0"/>
              <a:t>11.1 </a:t>
            </a:r>
            <a:r>
              <a:rPr lang="zh-TW" altLang="en-US" smtClean="0"/>
              <a:t>導論</a:t>
            </a:r>
          </a:p>
          <a:p>
            <a:pPr eaLnBrk="1">
              <a:buFont typeface="Wingdings" pitchFamily="2" charset="2"/>
              <a:buNone/>
            </a:pPr>
            <a:r>
              <a:rPr lang="en-US" altLang="zh-TW" smtClean="0"/>
              <a:t>11.2 </a:t>
            </a:r>
            <a:r>
              <a:rPr lang="zh-TW" altLang="en-US" smtClean="0"/>
              <a:t>循序圖 </a:t>
            </a:r>
          </a:p>
          <a:p>
            <a:pPr eaLnBrk="1">
              <a:buFont typeface="Wingdings" pitchFamily="2" charset="2"/>
              <a:buNone/>
            </a:pPr>
            <a:r>
              <a:rPr lang="en-US" altLang="zh-TW" smtClean="0"/>
              <a:t>11.3 </a:t>
            </a:r>
            <a:r>
              <a:rPr lang="zh-TW" altLang="en-US" smtClean="0"/>
              <a:t>合作圖 </a:t>
            </a:r>
          </a:p>
          <a:p>
            <a:pPr eaLnBrk="1">
              <a:buFont typeface="Wingdings" pitchFamily="2" charset="2"/>
              <a:buNone/>
            </a:pPr>
            <a:r>
              <a:rPr lang="en-US" altLang="zh-TW" smtClean="0"/>
              <a:t>11.4 </a:t>
            </a:r>
            <a:r>
              <a:rPr lang="zh-TW" altLang="en-US" smtClean="0"/>
              <a:t>結論</a:t>
            </a:r>
            <a:endParaRPr lang="en-US" altLang="zh-TW" smtClean="0"/>
          </a:p>
          <a:p>
            <a:pPr eaLnBrk="1">
              <a:buFont typeface="Wingdings" pitchFamily="2" charset="2"/>
              <a:buNone/>
            </a:pPr>
            <a:endParaRPr lang="zh-TW" altLang="en-US" smtClean="0"/>
          </a:p>
        </p:txBody>
      </p:sp>
      <p:sp>
        <p:nvSpPr>
          <p:cNvPr id="5123" name="Rectangle 10"/>
          <p:cNvSpPr>
            <a:spLocks noGrp="1" noChangeArrowheads="1"/>
          </p:cNvSpPr>
          <p:nvPr>
            <p:ph type="title"/>
          </p:nvPr>
        </p:nvSpPr>
        <p:spPr/>
        <p:txBody>
          <a:bodyPr/>
          <a:lstStyle/>
          <a:p>
            <a:pPr eaLnBrk="1"/>
            <a:r>
              <a:rPr lang="zh-TW" altLang="en-US" smtClean="0"/>
              <a:t>內容大綱</a:t>
            </a:r>
          </a:p>
        </p:txBody>
      </p:sp>
    </p:spTree>
  </p:cSld>
  <p:clrMapOvr>
    <a:masterClrMapping/>
  </p:clrMapOvr>
  <p:transition spd="med">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Grp="1" noChangeArrowheads="1"/>
          </p:cNvSpPr>
          <p:nvPr>
            <p:ph type="body" idx="1"/>
          </p:nvPr>
        </p:nvSpPr>
        <p:spPr/>
        <p:txBody>
          <a:bodyPr/>
          <a:lstStyle/>
          <a:p>
            <a:pPr eaLnBrk="1">
              <a:buFont typeface="Wingdings" pitchFamily="2" charset="2"/>
              <a:buNone/>
            </a:pPr>
            <a:r>
              <a:rPr lang="zh-TW" altLang="en-US" smtClean="0"/>
              <a:t>詳讀本章，你至少能瞭解：</a:t>
            </a:r>
          </a:p>
          <a:p>
            <a:pPr eaLnBrk="1"/>
            <a:r>
              <a:rPr lang="zh-TW" altLang="zh-TW" smtClean="0"/>
              <a:t>物件導向系統分析與設計中之物件互動行為塑模工作。</a:t>
            </a:r>
          </a:p>
          <a:p>
            <a:pPr eaLnBrk="1"/>
            <a:r>
              <a:rPr lang="zh-TW" altLang="zh-TW" smtClean="0"/>
              <a:t>何謂循序圖、溝通圖及其用途。</a:t>
            </a:r>
          </a:p>
          <a:p>
            <a:pPr eaLnBrk="1"/>
            <a:r>
              <a:rPr lang="zh-TW" altLang="zh-TW" smtClean="0"/>
              <a:t>如何建構循序圖與溝通圖及其建構之準則。</a:t>
            </a:r>
          </a:p>
          <a:p>
            <a:pPr eaLnBrk="1"/>
            <a:r>
              <a:rPr lang="zh-TW" altLang="zh-TW" smtClean="0"/>
              <a:t>如何以循序圖與溝通圖進行物件互動行為塑模。</a:t>
            </a:r>
            <a:endParaRPr lang="zh-TW" altLang="en-US" smtClean="0"/>
          </a:p>
        </p:txBody>
      </p:sp>
      <p:sp>
        <p:nvSpPr>
          <p:cNvPr id="6147" name="Rectangle 9"/>
          <p:cNvSpPr>
            <a:spLocks noGrp="1" noChangeArrowheads="1"/>
          </p:cNvSpPr>
          <p:nvPr>
            <p:ph type="title"/>
          </p:nvPr>
        </p:nvSpPr>
        <p:spPr/>
        <p:txBody>
          <a:bodyPr/>
          <a:lstStyle/>
          <a:p>
            <a:pPr eaLnBrk="1"/>
            <a:r>
              <a:rPr lang="zh-TW" altLang="en-US" smtClean="0"/>
              <a:t>學習目標</a:t>
            </a:r>
          </a:p>
        </p:txBody>
      </p:sp>
    </p:spTree>
  </p:cSld>
  <p:clrMapOvr>
    <a:masterClrMapping/>
  </p:clrMapOvr>
  <p:transition spd="med">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body" sz="half" idx="1"/>
          </p:nvPr>
        </p:nvSpPr>
        <p:spPr>
          <a:xfrm>
            <a:off x="719138" y="1438275"/>
            <a:ext cx="2700337" cy="4857750"/>
          </a:xfrm>
        </p:spPr>
        <p:txBody>
          <a:bodyPr/>
          <a:lstStyle/>
          <a:p>
            <a:pPr eaLnBrk="1"/>
            <a:r>
              <a:rPr lang="zh-TW" altLang="zh-TW" sz="2000" smtClean="0"/>
              <a:t>完成需求（使用個案）塑模後，接下來便可進行物件互動行為塑模、物件結構塑模等活動以開始架構系統（參考圖</a:t>
            </a:r>
            <a:r>
              <a:rPr lang="en-US" altLang="zh-TW" sz="2000" smtClean="0"/>
              <a:t>9-7</a:t>
            </a:r>
            <a:r>
              <a:rPr lang="zh-TW" altLang="zh-TW" sz="2000" smtClean="0"/>
              <a:t>）</a:t>
            </a:r>
            <a:r>
              <a:rPr lang="zh-TW" altLang="en-US" sz="2000" smtClean="0"/>
              <a:t>。</a:t>
            </a:r>
            <a:endParaRPr lang="en-US" altLang="zh-TW" sz="2000" smtClean="0"/>
          </a:p>
          <a:p>
            <a:pPr eaLnBrk="1"/>
            <a:endParaRPr lang="zh-TW" altLang="en-US" sz="2000" smtClean="0"/>
          </a:p>
        </p:txBody>
      </p:sp>
      <p:pic>
        <p:nvPicPr>
          <p:cNvPr id="8195" name="Picture 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492500" y="1557338"/>
            <a:ext cx="5324475" cy="4751387"/>
          </a:xfrm>
        </p:spPr>
      </p:pic>
      <p:sp>
        <p:nvSpPr>
          <p:cNvPr id="8196" name="Rectangle 4"/>
          <p:cNvSpPr>
            <a:spLocks noGrp="1" noChangeArrowheads="1"/>
          </p:cNvSpPr>
          <p:nvPr>
            <p:ph type="title"/>
          </p:nvPr>
        </p:nvSpPr>
        <p:spPr/>
        <p:txBody>
          <a:bodyPr/>
          <a:lstStyle/>
          <a:p>
            <a:pPr eaLnBrk="1"/>
            <a:r>
              <a:rPr lang="en-US" altLang="zh-TW" smtClean="0"/>
              <a:t>11.1 </a:t>
            </a:r>
            <a:r>
              <a:rPr lang="zh-TW" altLang="en-US" smtClean="0"/>
              <a:t>導論</a:t>
            </a:r>
          </a:p>
        </p:txBody>
      </p:sp>
    </p:spTree>
  </p:cSld>
  <p:clrMapOvr>
    <a:masterClrMapping/>
  </p:clrMapOvr>
  <p:transition spd="med">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圖片 13" descr="未命名.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427288" y="1484313"/>
            <a:ext cx="4681537"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11"/>
          <p:cNvSpPr>
            <a:spLocks noGrp="1" noChangeArrowheads="1"/>
          </p:cNvSpPr>
          <p:nvPr>
            <p:ph type="title"/>
          </p:nvPr>
        </p:nvSpPr>
        <p:spPr/>
        <p:txBody>
          <a:bodyPr/>
          <a:lstStyle/>
          <a:p>
            <a:pPr eaLnBrk="1"/>
            <a:r>
              <a:rPr lang="zh-TW" altLang="en-US" smtClean="0"/>
              <a:t>表</a:t>
            </a:r>
            <a:r>
              <a:rPr lang="en-US" altLang="zh-TW" smtClean="0"/>
              <a:t>11-1 </a:t>
            </a:r>
            <a:r>
              <a:rPr lang="zh-TW" altLang="en-US" smtClean="0"/>
              <a:t>循序圖之元件</a:t>
            </a:r>
          </a:p>
        </p:txBody>
      </p:sp>
    </p:spTree>
  </p:cSld>
  <p:clrMapOvr>
    <a:masterClrMapping/>
  </p:clrMapOvr>
  <p:transition spd="med">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5"/>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323850" y="1557338"/>
            <a:ext cx="4464050" cy="41576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25"/>
          <p:cNvSpPr>
            <a:spLocks noGrp="1" noChangeArrowheads="1"/>
          </p:cNvSpPr>
          <p:nvPr>
            <p:ph type="title"/>
          </p:nvPr>
        </p:nvSpPr>
        <p:spPr/>
        <p:txBody>
          <a:bodyPr/>
          <a:lstStyle/>
          <a:p>
            <a:pPr eaLnBrk="1"/>
            <a:r>
              <a:rPr lang="zh-TW" altLang="en-US" smtClean="0"/>
              <a:t>循序圖範例</a:t>
            </a:r>
            <a:r>
              <a:rPr lang="en-US" altLang="zh-TW" smtClean="0"/>
              <a:t>&amp;</a:t>
            </a:r>
            <a:r>
              <a:rPr lang="zh-TW" altLang="en-US" smtClean="0"/>
              <a:t>操作描述</a:t>
            </a:r>
          </a:p>
        </p:txBody>
      </p:sp>
      <p:graphicFrame>
        <p:nvGraphicFramePr>
          <p:cNvPr id="20516" name="Group 36"/>
          <p:cNvGraphicFramePr>
            <a:graphicFrameLocks noGrp="1"/>
          </p:cNvGraphicFramePr>
          <p:nvPr>
            <p:ph sz="half" idx="2"/>
          </p:nvPr>
        </p:nvGraphicFramePr>
        <p:xfrm>
          <a:off x="4859338" y="1412875"/>
          <a:ext cx="3957637" cy="4824413"/>
        </p:xfrm>
        <a:graphic>
          <a:graphicData uri="http://schemas.openxmlformats.org/drawingml/2006/table">
            <a:tbl>
              <a:tblPr/>
              <a:tblGrid>
                <a:gridCol w="3957637"/>
              </a:tblGrid>
              <a:tr h="4824413">
                <a:tc>
                  <a:txBody>
                    <a:bodyPr/>
                    <a:lstStyle>
                      <a:lvl1pPr marL="342900" indent="-3429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2pPr>
                      <a:lvl3pPr marL="1143000" indent="-228600" algn="just">
                        <a:lnSpc>
                          <a:spcPct val="120000"/>
                        </a:lnSpc>
                        <a:spcBef>
                          <a:spcPct val="20000"/>
                        </a:spcBef>
                        <a:defRPr kumimoji="1" sz="20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defRPr kumimoji="1" sz="2000">
                          <a:solidFill>
                            <a:schemeClr val="bg2"/>
                          </a:solidFill>
                          <a:latin typeface="Times New Roman" pitchFamily="18" charset="0"/>
                          <a:ea typeface="新細明體" pitchFamily="18" charset="-120"/>
                        </a:defRPr>
                      </a:lvl4pPr>
                      <a:lvl5pPr marL="2057400" indent="-228600" algn="just">
                        <a:lnSpc>
                          <a:spcPct val="120000"/>
                        </a:lnSpc>
                        <a:spcBef>
                          <a:spcPct val="20000"/>
                        </a:spcBef>
                        <a:defRPr kumimoji="1" sz="2000">
                          <a:solidFill>
                            <a:schemeClr val="bg2"/>
                          </a:solidFill>
                          <a:latin typeface="Times New Roman" pitchFamily="18" charset="0"/>
                          <a:ea typeface="新細明體" pitchFamily="18" charset="-120"/>
                        </a:defRPr>
                      </a:lvl5pPr>
                      <a:lvl6pPr marL="25146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6pPr>
                      <a:lvl7pPr marL="29718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7pPr>
                      <a:lvl8pPr marL="34290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8pPr>
                      <a:lvl9pPr marL="3886200" indent="-228600" algn="just" fontAlgn="base" hangingPunct="0">
                        <a:lnSpc>
                          <a:spcPct val="120000"/>
                        </a:lnSpc>
                        <a:spcBef>
                          <a:spcPct val="20000"/>
                        </a:spcBef>
                        <a:spcAft>
                          <a:spcPct val="0"/>
                        </a:spcAft>
                        <a:defRPr kumimoji="1" sz="2000">
                          <a:solidFill>
                            <a:schemeClr val="bg2"/>
                          </a:solidFill>
                          <a:latin typeface="Times New Roman" pitchFamily="18" charset="0"/>
                          <a:ea typeface="新細明體" pitchFamily="18" charset="-120"/>
                        </a:defRPr>
                      </a:lvl9pPr>
                    </a:lstStyle>
                    <a:p>
                      <a:pPr marL="342900" marR="0" lvl="0" indent="-342900" algn="just" defTabSz="914400" rtl="0" eaLnBrk="1" fontAlgn="base" latinLnBrk="0" hangingPunct="1">
                        <a:lnSpc>
                          <a:spcPct val="105000"/>
                        </a:lnSpc>
                        <a:spcBef>
                          <a:spcPct val="0"/>
                        </a:spcBef>
                        <a:spcAft>
                          <a:spcPct val="0"/>
                        </a:spcAft>
                        <a:buClrTx/>
                        <a:buSzTx/>
                        <a:buFont typeface="Wingdings" pitchFamily="2" charset="2"/>
                        <a:buChar char=""/>
                        <a:tabLst/>
                      </a:pPr>
                      <a:r>
                        <a:rPr kumimoji="1" lang="zh-TW" altLang="zh-TW" sz="2000" b="0" i="0" u="none" strike="noStrike" cap="none" normalizeH="0" baseline="0" smtClean="0">
                          <a:ln>
                            <a:noFill/>
                          </a:ln>
                          <a:solidFill>
                            <a:schemeClr val="bg2"/>
                          </a:solidFill>
                          <a:effectLst/>
                          <a:latin typeface="Times New Roman" pitchFamily="18" charset="0"/>
                          <a:ea typeface="新細明體" pitchFamily="18" charset="-120"/>
                        </a:rPr>
                        <a:t>操作描述</a:t>
                      </a:r>
                    </a:p>
                    <a:p>
                      <a:pPr marL="342900" marR="0" lvl="0" indent="-342900" algn="just" defTabSz="914400" rtl="0" eaLnBrk="1" fontAlgn="base" latinLnBrk="0" hangingPunct="1">
                        <a:lnSpc>
                          <a:spcPct val="105000"/>
                        </a:lnSpc>
                        <a:spcBef>
                          <a:spcPct val="0"/>
                        </a:spcBef>
                        <a:spcAft>
                          <a:spcPct val="0"/>
                        </a:spcAft>
                        <a:buClrTx/>
                        <a:buSzTx/>
                        <a:buFont typeface="Franklin Gothic Medium" pitchFamily="34" charset="0"/>
                        <a:buAutoNum type="arabicPeriod"/>
                        <a:tabLst/>
                      </a:pPr>
                      <a:r>
                        <a:rPr kumimoji="1" lang="zh-TW" altLang="zh-TW" sz="2000" b="0" i="0" u="none" strike="noStrike" cap="none" normalizeH="0" baseline="0" smtClean="0">
                          <a:ln>
                            <a:noFill/>
                          </a:ln>
                          <a:solidFill>
                            <a:schemeClr val="bg2"/>
                          </a:solidFill>
                          <a:effectLst/>
                          <a:latin typeface="Times New Roman" pitchFamily="18" charset="0"/>
                          <a:ea typeface="新細明體" pitchFamily="18" charset="-120"/>
                        </a:rPr>
                        <a:t>…</a:t>
                      </a:r>
                    </a:p>
                    <a:p>
                      <a:pPr marL="342900" marR="0" lvl="0" indent="-342900" algn="just" defTabSz="914400" rtl="0" eaLnBrk="1" fontAlgn="base" latinLnBrk="0" hangingPunct="1">
                        <a:lnSpc>
                          <a:spcPct val="105000"/>
                        </a:lnSpc>
                        <a:spcBef>
                          <a:spcPct val="0"/>
                        </a:spcBef>
                        <a:spcAft>
                          <a:spcPct val="0"/>
                        </a:spcAft>
                        <a:buClrTx/>
                        <a:buSzTx/>
                        <a:buFont typeface="Franklin Gothic Medium" pitchFamily="34" charset="0"/>
                        <a:buAutoNum type="arabicPeriod"/>
                        <a:tabLst/>
                      </a:pPr>
                      <a:r>
                        <a:rPr kumimoji="1" lang="zh-TW" altLang="zh-TW" sz="2000" b="0" i="0" u="none" strike="noStrike" cap="none" normalizeH="0" baseline="0" smtClean="0">
                          <a:ln>
                            <a:noFill/>
                          </a:ln>
                          <a:solidFill>
                            <a:schemeClr val="bg2"/>
                          </a:solidFill>
                          <a:effectLst/>
                          <a:latin typeface="Times New Roman" pitchFamily="18" charset="0"/>
                          <a:ea typeface="新細明體" pitchFamily="18" charset="-120"/>
                        </a:rPr>
                        <a:t>顯示細部說明</a:t>
                      </a:r>
                      <a:r>
                        <a:rPr kumimoji="1" lang="en-US" altLang="zh-TW" sz="2000" b="0" i="0" u="none" strike="noStrike" cap="none" normalizeH="0" baseline="0" smtClean="0">
                          <a:ln>
                            <a:noFill/>
                          </a:ln>
                          <a:solidFill>
                            <a:schemeClr val="bg2"/>
                          </a:solidFill>
                          <a:effectLst/>
                          <a:latin typeface="Times New Roman" pitchFamily="18" charset="0"/>
                          <a:ea typeface="新細明體" pitchFamily="18" charset="-120"/>
                        </a:rPr>
                        <a:t>()</a:t>
                      </a:r>
                      <a:endParaRPr kumimoji="1" lang="zh-TW" altLang="zh-TW" sz="2000" b="0" i="0" u="none" strike="noStrike" cap="none" normalizeH="0" baseline="0" smtClean="0">
                        <a:ln>
                          <a:noFill/>
                        </a:ln>
                        <a:solidFill>
                          <a:schemeClr val="bg2"/>
                        </a:solidFill>
                        <a:effectLst/>
                        <a:latin typeface="Times New Roman" pitchFamily="18" charset="0"/>
                        <a:ea typeface="新細明體" pitchFamily="18" charset="-120"/>
                      </a:endParaRPr>
                    </a:p>
                    <a:p>
                      <a:pPr marL="342900" marR="0" lvl="0" indent="-342900" algn="just" defTabSz="914400" rtl="0" eaLnBrk="1" fontAlgn="base" latinLnBrk="0" hangingPunct="1">
                        <a:lnSpc>
                          <a:spcPct val="105000"/>
                        </a:lnSpc>
                        <a:spcBef>
                          <a:spcPct val="0"/>
                        </a:spcBef>
                        <a:spcAft>
                          <a:spcPct val="0"/>
                        </a:spcAft>
                        <a:buClrTx/>
                        <a:buSzTx/>
                        <a:buFont typeface="Franklin Gothic Medium" pitchFamily="34" charset="0"/>
                        <a:buAutoNum type="arabicParenBoth"/>
                        <a:tabLst/>
                      </a:pPr>
                      <a:r>
                        <a:rPr kumimoji="1" lang="zh-TW" altLang="zh-TW" sz="2000" b="0" i="0" u="none" strike="noStrike" cap="none" normalizeH="0" baseline="0" smtClean="0">
                          <a:ln>
                            <a:noFill/>
                          </a:ln>
                          <a:solidFill>
                            <a:schemeClr val="bg2"/>
                          </a:solidFill>
                          <a:effectLst/>
                          <a:latin typeface="Times New Roman" pitchFamily="18" charset="0"/>
                          <a:ea typeface="微軟正黑體" pitchFamily="34" charset="-120"/>
                        </a:rPr>
                        <a:t>執行時機：客戶瀏覽便當型錄時點選【顯示細部說明】超連結。</a:t>
                      </a:r>
                      <a:endParaRPr kumimoji="1" lang="zh-TW" altLang="zh-TW" sz="2000" b="0" i="0" u="none" strike="noStrike" cap="none" normalizeH="0" baseline="0" smtClean="0">
                        <a:ln>
                          <a:noFill/>
                        </a:ln>
                        <a:solidFill>
                          <a:schemeClr val="bg2"/>
                        </a:solidFill>
                        <a:effectLst/>
                        <a:latin typeface="Times New Roman" pitchFamily="18" charset="0"/>
                        <a:ea typeface="新細明體" pitchFamily="18" charset="-120"/>
                      </a:endParaRPr>
                    </a:p>
                    <a:p>
                      <a:pPr marL="342900" marR="0" lvl="0" indent="-342900" algn="just" defTabSz="914400" rtl="0" eaLnBrk="1" fontAlgn="base" latinLnBrk="0" hangingPunct="1">
                        <a:lnSpc>
                          <a:spcPct val="105000"/>
                        </a:lnSpc>
                        <a:spcBef>
                          <a:spcPct val="0"/>
                        </a:spcBef>
                        <a:spcAft>
                          <a:spcPct val="0"/>
                        </a:spcAft>
                        <a:buClrTx/>
                        <a:buSzTx/>
                        <a:buFont typeface="Franklin Gothic Medium" pitchFamily="34" charset="0"/>
                        <a:buAutoNum type="arabicParenBoth"/>
                        <a:tabLst/>
                      </a:pPr>
                      <a:r>
                        <a:rPr kumimoji="1" lang="zh-TW" altLang="zh-TW" sz="2000" b="0" i="0" u="none" strike="noStrike" cap="none" normalizeH="0" baseline="0" smtClean="0">
                          <a:ln>
                            <a:noFill/>
                          </a:ln>
                          <a:solidFill>
                            <a:schemeClr val="bg2"/>
                          </a:solidFill>
                          <a:effectLst/>
                          <a:latin typeface="Times New Roman" pitchFamily="18" charset="0"/>
                          <a:ea typeface="新細明體" pitchFamily="18" charset="-120"/>
                        </a:rPr>
                        <a:t>執行事項：</a:t>
                      </a:r>
                    </a:p>
                    <a:p>
                      <a:pPr marL="342900" marR="0" lvl="0" indent="-342900" algn="just" defTabSz="914400" rtl="0" eaLnBrk="1" fontAlgn="base" latinLnBrk="0" hangingPunct="1">
                        <a:lnSpc>
                          <a:spcPct val="105000"/>
                        </a:lnSpc>
                        <a:spcBef>
                          <a:spcPct val="0"/>
                        </a:spcBef>
                        <a:spcAft>
                          <a:spcPct val="0"/>
                        </a:spcAft>
                        <a:buClrTx/>
                        <a:buSzTx/>
                        <a:buFontTx/>
                        <a:buAutoNum type="circleNumDbPlain"/>
                        <a:tabLst/>
                      </a:pPr>
                      <a:r>
                        <a:rPr kumimoji="1" lang="zh-TW" altLang="zh-TW" sz="2000" b="0" i="0" u="none" strike="noStrike" cap="none" normalizeH="0" baseline="0" smtClean="0">
                          <a:ln>
                            <a:noFill/>
                          </a:ln>
                          <a:solidFill>
                            <a:schemeClr val="bg2"/>
                          </a:solidFill>
                          <a:effectLst/>
                          <a:latin typeface="Times New Roman" pitchFamily="18" charset="0"/>
                          <a:ea typeface="微軟正黑體" pitchFamily="34" charset="-120"/>
                        </a:rPr>
                        <a:t>系統依客戶點選的便當編號至資料庫中搜尋該便當資料</a:t>
                      </a:r>
                      <a:r>
                        <a:rPr kumimoji="1" lang="zh-TW" altLang="zh-TW" sz="2000" b="0" i="0" u="none" strike="noStrike" cap="none" normalizeH="0" baseline="0" smtClean="0">
                          <a:ln>
                            <a:noFill/>
                          </a:ln>
                          <a:solidFill>
                            <a:schemeClr val="bg2"/>
                          </a:solidFill>
                          <a:effectLst/>
                          <a:latin typeface="Times New Roman" pitchFamily="18" charset="0"/>
                          <a:ea typeface="新細明體" pitchFamily="18" charset="-120"/>
                        </a:rPr>
                        <a:t>。</a:t>
                      </a:r>
                    </a:p>
                    <a:p>
                      <a:pPr marL="342900" marR="0" lvl="0" indent="-342900" algn="just" defTabSz="914400" rtl="0" eaLnBrk="1" fontAlgn="base" latinLnBrk="0" hangingPunct="1">
                        <a:lnSpc>
                          <a:spcPct val="105000"/>
                        </a:lnSpc>
                        <a:spcBef>
                          <a:spcPct val="0"/>
                        </a:spcBef>
                        <a:spcAft>
                          <a:spcPct val="0"/>
                        </a:spcAft>
                        <a:buClrTx/>
                        <a:buSzTx/>
                        <a:buFontTx/>
                        <a:buAutoNum type="circleNumDbPlain"/>
                        <a:tabLst/>
                      </a:pPr>
                      <a:r>
                        <a:rPr kumimoji="1" lang="zh-TW" altLang="zh-TW" sz="2000" b="0" i="0" u="none" strike="noStrike" cap="none" normalizeH="0" baseline="0" smtClean="0">
                          <a:ln>
                            <a:noFill/>
                          </a:ln>
                          <a:solidFill>
                            <a:schemeClr val="bg2"/>
                          </a:solidFill>
                          <a:effectLst/>
                          <a:latin typeface="Times New Roman" pitchFamily="18" charset="0"/>
                          <a:ea typeface="微軟正黑體" pitchFamily="34" charset="-120"/>
                        </a:rPr>
                        <a:t>將此便當的所有欄位資料﹝便當編號、便當名稱、單價、餐廳﹞顯示在新網頁，同時出現【瀏覽便當型錄】按鈕</a:t>
                      </a:r>
                      <a:r>
                        <a:rPr kumimoji="1" lang="zh-TW" altLang="en-US" sz="2000" b="0" i="0" u="none" strike="noStrike" cap="none" normalizeH="0" baseline="0" smtClean="0">
                          <a:ln>
                            <a:noFill/>
                          </a:ln>
                          <a:solidFill>
                            <a:schemeClr val="bg2"/>
                          </a:solidFill>
                          <a:effectLst/>
                          <a:latin typeface="Times New Roman" pitchFamily="18" charset="0"/>
                          <a:ea typeface="微軟正黑體" pitchFamily="34" charset="-120"/>
                        </a:rPr>
                        <a:t>。</a:t>
                      </a:r>
                      <a:endParaRPr kumimoji="1" lang="zh-TW" altLang="zh-TW" sz="2000" b="0" i="0" u="none" strike="noStrike" cap="none" normalizeH="0" baseline="0" smtClean="0">
                        <a:ln>
                          <a:noFill/>
                        </a:ln>
                        <a:solidFill>
                          <a:schemeClr val="bg2"/>
                        </a:solidFill>
                        <a:effectLst/>
                        <a:latin typeface="Times New Roman" pitchFamily="18" charset="0"/>
                        <a:ea typeface="新細明體" pitchFamily="18" charset="-120"/>
                      </a:endParaRPr>
                    </a:p>
                    <a:p>
                      <a:pPr marL="342900" marR="0" lvl="0" indent="-342900" algn="just" defTabSz="914400" rtl="0" eaLnBrk="1" fontAlgn="base" latinLnBrk="0" hangingPunct="1">
                        <a:lnSpc>
                          <a:spcPct val="105000"/>
                        </a:lnSpc>
                        <a:spcBef>
                          <a:spcPct val="0"/>
                        </a:spcBef>
                        <a:spcAft>
                          <a:spcPct val="0"/>
                        </a:spcAft>
                        <a:buClrTx/>
                        <a:buSzTx/>
                        <a:buFont typeface="Franklin Gothic Medium" pitchFamily="34" charset="0"/>
                        <a:buAutoNum type="arabicPeriod" startAt="3"/>
                        <a:tabLst/>
                      </a:pPr>
                      <a:r>
                        <a:rPr kumimoji="1" lang="zh-TW" altLang="zh-TW" sz="2000" b="0" i="0" u="none" strike="noStrike" cap="none" normalizeH="0" baseline="0" smtClean="0">
                          <a:ln>
                            <a:noFill/>
                          </a:ln>
                          <a:solidFill>
                            <a:schemeClr val="bg2"/>
                          </a:solidFill>
                          <a:effectLst/>
                          <a:latin typeface="Times New Roman" pitchFamily="18" charset="0"/>
                          <a:ea typeface="新細明體" pitchFamily="18" charset="-120"/>
                        </a:rPr>
                        <a:t>…</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chemeClr val="bg1"/>
                        </a:gs>
                        <a:gs pos="50000">
                          <a:schemeClr val="bg1">
                            <a:gamma/>
                            <a:tint val="0"/>
                            <a:invGamma/>
                          </a:schemeClr>
                        </a:gs>
                        <a:gs pos="100000">
                          <a:schemeClr val="bg1"/>
                        </a:gs>
                      </a:gsLst>
                      <a:lin ang="5400000" scaled="1"/>
                    </a:gradFill>
                  </a:tcPr>
                </a:tc>
              </a:tr>
            </a:tbl>
          </a:graphicData>
        </a:graphic>
      </p:graphicFrame>
    </p:spTree>
  </p:cSld>
  <p:clrMapOvr>
    <a:masterClrMapping/>
  </p:clrMapOvr>
  <p:transition spd="med">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8"/>
          <p:cNvSpPr>
            <a:spLocks noGrp="1" noChangeArrowheads="1"/>
          </p:cNvSpPr>
          <p:nvPr>
            <p:ph type="body" idx="1"/>
          </p:nvPr>
        </p:nvSpPr>
        <p:spPr/>
        <p:txBody>
          <a:bodyPr/>
          <a:lstStyle/>
          <a:p>
            <a:pPr eaLnBrk="1"/>
            <a:r>
              <a:rPr lang="zh-TW" altLang="zh-TW" smtClean="0"/>
              <a:t>框架</a:t>
            </a:r>
            <a:endParaRPr lang="en-US" altLang="zh-TW" smtClean="0"/>
          </a:p>
          <a:p>
            <a:pPr lvl="1" eaLnBrk="1"/>
            <a:r>
              <a:rPr lang="zh-TW" altLang="zh-TW" smtClean="0"/>
              <a:t>框架 </a:t>
            </a:r>
            <a:r>
              <a:rPr lang="en-US" altLang="zh-TW" smtClean="0"/>
              <a:t>(Frame)</a:t>
            </a:r>
            <a:r>
              <a:rPr lang="zh-TW" altLang="zh-TW" smtClean="0"/>
              <a:t>為一種圖示標記，把原來單一線式訊息擴充成由一連串線式訊息組成的區段來表達，用以表達循序圖中某一區段範圍內一連串相關訊息與操作組合之控制流程、輸入與輸出等，簡稱組合區段 </a:t>
            </a:r>
            <a:r>
              <a:rPr lang="en-US" altLang="zh-TW" smtClean="0"/>
              <a:t>(Combined Fragment)</a:t>
            </a:r>
            <a:r>
              <a:rPr lang="zh-TW" altLang="zh-TW" smtClean="0"/>
              <a:t>。</a:t>
            </a:r>
            <a:endParaRPr lang="zh-TW" altLang="en-US" smtClean="0"/>
          </a:p>
        </p:txBody>
      </p:sp>
      <p:grpSp>
        <p:nvGrpSpPr>
          <p:cNvPr id="19459" name="Group 3"/>
          <p:cNvGrpSpPr>
            <a:grpSpLocks/>
          </p:cNvGrpSpPr>
          <p:nvPr/>
        </p:nvGrpSpPr>
        <p:grpSpPr bwMode="auto">
          <a:xfrm>
            <a:off x="1619250" y="4133850"/>
            <a:ext cx="6400800" cy="1674813"/>
            <a:chOff x="4320" y="3208"/>
            <a:chExt cx="5040" cy="1080"/>
          </a:xfrm>
        </p:grpSpPr>
        <p:sp>
          <p:nvSpPr>
            <p:cNvPr id="19465" name="Line 8"/>
            <p:cNvSpPr>
              <a:spLocks noChangeShapeType="1"/>
            </p:cNvSpPr>
            <p:nvPr/>
          </p:nvSpPr>
          <p:spPr bwMode="auto">
            <a:xfrm>
              <a:off x="4320" y="3596"/>
              <a:ext cx="877" cy="0"/>
            </a:xfrm>
            <a:prstGeom prst="line">
              <a:avLst/>
            </a:prstGeom>
            <a:noFill/>
            <a:ln w="12700">
              <a:solidFill>
                <a:srgbClr val="80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grpSp>
          <p:nvGrpSpPr>
            <p:cNvPr id="19466" name="Group 4"/>
            <p:cNvGrpSpPr>
              <a:grpSpLocks/>
            </p:cNvGrpSpPr>
            <p:nvPr/>
          </p:nvGrpSpPr>
          <p:grpSpPr bwMode="auto">
            <a:xfrm>
              <a:off x="4320" y="3208"/>
              <a:ext cx="5040" cy="1080"/>
              <a:chOff x="4320" y="3208"/>
              <a:chExt cx="5040" cy="1080"/>
            </a:xfrm>
          </p:grpSpPr>
          <p:sp>
            <p:nvSpPr>
              <p:cNvPr id="19467" name="Rectangle 7"/>
              <p:cNvSpPr>
                <a:spLocks noChangeArrowheads="1"/>
              </p:cNvSpPr>
              <p:nvPr/>
            </p:nvSpPr>
            <p:spPr bwMode="auto">
              <a:xfrm>
                <a:off x="4320" y="3208"/>
                <a:ext cx="5040" cy="1080"/>
              </a:xfrm>
              <a:prstGeom prst="rect">
                <a:avLst/>
              </a:prstGeom>
              <a:noFill/>
              <a:ln w="190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a:solidFill>
                    <a:schemeClr val="tx1"/>
                  </a:solidFill>
                </a:endParaRPr>
              </a:p>
            </p:txBody>
          </p:sp>
          <p:sp>
            <p:nvSpPr>
              <p:cNvPr id="19468" name="Line 6"/>
              <p:cNvSpPr>
                <a:spLocks noChangeShapeType="1"/>
              </p:cNvSpPr>
              <p:nvPr/>
            </p:nvSpPr>
            <p:spPr bwMode="auto">
              <a:xfrm flipV="1">
                <a:off x="5197" y="3402"/>
                <a:ext cx="219" cy="194"/>
              </a:xfrm>
              <a:prstGeom prst="line">
                <a:avLst/>
              </a:prstGeom>
              <a:noFill/>
              <a:ln w="12700">
                <a:solidFill>
                  <a:srgbClr val="80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19469" name="Line 5"/>
              <p:cNvSpPr>
                <a:spLocks noChangeShapeType="1"/>
              </p:cNvSpPr>
              <p:nvPr/>
            </p:nvSpPr>
            <p:spPr bwMode="auto">
              <a:xfrm>
                <a:off x="5416" y="3208"/>
                <a:ext cx="0" cy="194"/>
              </a:xfrm>
              <a:prstGeom prst="line">
                <a:avLst/>
              </a:prstGeom>
              <a:noFill/>
              <a:ln w="12700">
                <a:solidFill>
                  <a:srgbClr val="80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grpSp>
      </p:grpSp>
      <p:sp>
        <p:nvSpPr>
          <p:cNvPr id="19460" name="Text Box 2"/>
          <p:cNvSpPr txBox="1">
            <a:spLocks noChangeArrowheads="1"/>
          </p:cNvSpPr>
          <p:nvPr/>
        </p:nvSpPr>
        <p:spPr bwMode="auto">
          <a:xfrm>
            <a:off x="1697038" y="4286250"/>
            <a:ext cx="13747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r>
              <a:rPr lang="zh-TW" altLang="en-US" sz="1800"/>
              <a:t>名稱</a:t>
            </a:r>
          </a:p>
        </p:txBody>
      </p:sp>
      <p:sp>
        <p:nvSpPr>
          <p:cNvPr id="19461" name="Text Box 1"/>
          <p:cNvSpPr txBox="1">
            <a:spLocks noChangeArrowheads="1"/>
          </p:cNvSpPr>
          <p:nvPr/>
        </p:nvSpPr>
        <p:spPr bwMode="auto">
          <a:xfrm>
            <a:off x="3319463" y="4814888"/>
            <a:ext cx="34671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r>
              <a:rPr lang="zh-TW" altLang="en-US" sz="1800"/>
              <a:t>框架內容（組合區段）</a:t>
            </a:r>
          </a:p>
        </p:txBody>
      </p:sp>
      <p:sp>
        <p:nvSpPr>
          <p:cNvPr id="19462" name="Rectangle 9"/>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zh-TW" sz="1800">
              <a:solidFill>
                <a:schemeClr val="tx1"/>
              </a:solidFill>
            </a:endParaRPr>
          </a:p>
        </p:txBody>
      </p:sp>
      <p:sp>
        <p:nvSpPr>
          <p:cNvPr id="19463" name="Rectangle 12"/>
          <p:cNvSpPr>
            <a:spLocks noChangeArrowheads="1"/>
          </p:cNvSpPr>
          <p:nvPr/>
        </p:nvSpPr>
        <p:spPr bwMode="auto">
          <a:xfrm>
            <a:off x="0" y="457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defTabSz="457200"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zh-TW" sz="1800">
              <a:solidFill>
                <a:schemeClr val="tx1"/>
              </a:solidFill>
            </a:endParaRPr>
          </a:p>
        </p:txBody>
      </p:sp>
      <p:sp>
        <p:nvSpPr>
          <p:cNvPr id="19464" name="Rectangle 19"/>
          <p:cNvSpPr>
            <a:spLocks noGrp="1" noChangeArrowheads="1"/>
          </p:cNvSpPr>
          <p:nvPr>
            <p:ph type="title"/>
          </p:nvPr>
        </p:nvSpPr>
        <p:spPr/>
        <p:txBody>
          <a:bodyPr/>
          <a:lstStyle/>
          <a:p>
            <a:pPr eaLnBrk="1"/>
            <a:r>
              <a:rPr lang="en-US" altLang="zh-TW" smtClean="0"/>
              <a:t>11.2.1 </a:t>
            </a:r>
            <a:r>
              <a:rPr lang="zh-TW" altLang="en-US" smtClean="0"/>
              <a:t>循序圖之元件</a:t>
            </a:r>
            <a:r>
              <a:rPr lang="en-US" altLang="zh-TW" smtClean="0"/>
              <a:t>(c.7)</a:t>
            </a:r>
            <a:endParaRPr lang="zh-TW" altLang="en-US" smtClean="0"/>
          </a:p>
        </p:txBody>
      </p:sp>
    </p:spTree>
  </p:cSld>
  <p:clrMapOvr>
    <a:masterClrMapping/>
  </p:clrMapOvr>
  <p:transition spd="med">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title"/>
          </p:nvPr>
        </p:nvSpPr>
        <p:spPr/>
        <p:txBody>
          <a:bodyPr/>
          <a:lstStyle/>
          <a:p>
            <a:pPr eaLnBrk="1"/>
            <a:r>
              <a:rPr lang="zh-TW" altLang="en-US" smtClean="0"/>
              <a:t>圖</a:t>
            </a:r>
            <a:r>
              <a:rPr lang="en-US" altLang="zh-TW" smtClean="0"/>
              <a:t>11-2b </a:t>
            </a:r>
            <a:r>
              <a:rPr lang="zh-TW" altLang="en-US" smtClean="0"/>
              <a:t>「多選一框架」範例</a:t>
            </a:r>
            <a:endParaRPr lang="en-US" altLang="zh-TW" smtClean="0"/>
          </a:p>
        </p:txBody>
      </p:sp>
      <p:pic>
        <p:nvPicPr>
          <p:cNvPr id="21507"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89138" y="1438275"/>
            <a:ext cx="5556250" cy="4857750"/>
          </a:xfrm>
        </p:spPr>
      </p:pic>
    </p:spTree>
  </p:cSld>
  <p:clrMapOvr>
    <a:masterClrMapping/>
  </p:clrMapOvr>
  <p:transition spd="med">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a:r>
              <a:rPr lang="zh-TW" altLang="en-US" smtClean="0"/>
              <a:t>圖</a:t>
            </a:r>
            <a:r>
              <a:rPr lang="en-US" altLang="zh-TW" smtClean="0"/>
              <a:t>11-2c </a:t>
            </a:r>
            <a:r>
              <a:rPr lang="zh-TW" altLang="en-US" smtClean="0"/>
              <a:t>「自由選擇框架」範例</a:t>
            </a:r>
            <a:endParaRPr lang="en-US" altLang="zh-TW" smtClean="0"/>
          </a:p>
        </p:txBody>
      </p:sp>
      <p:pic>
        <p:nvPicPr>
          <p:cNvPr id="23555" name="圖片 8" descr="未命名.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011363" y="1438275"/>
            <a:ext cx="5511800" cy="4857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Rectangle 5"/>
          <p:cNvSpPr>
            <a:spLocks noChangeArrowheads="1"/>
          </p:cNvSpPr>
          <p:nvPr/>
        </p:nvSpPr>
        <p:spPr bwMode="auto">
          <a:xfrm>
            <a:off x="4251325" y="3246438"/>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honburi"/>
                <a:ea typeface="微軟正黑體" pitchFamily="34" charset="-120"/>
              </a:defRPr>
            </a:lvl1pPr>
            <a:lvl2pPr marL="742950" indent="-285750">
              <a:defRPr>
                <a:solidFill>
                  <a:schemeClr val="tx1"/>
                </a:solidFill>
                <a:latin typeface="Thonburi"/>
                <a:ea typeface="微軟正黑體" pitchFamily="34" charset="-120"/>
              </a:defRPr>
            </a:lvl2pPr>
            <a:lvl3pPr marL="1143000" indent="-228600">
              <a:defRPr>
                <a:solidFill>
                  <a:schemeClr val="tx1"/>
                </a:solidFill>
                <a:latin typeface="Thonburi"/>
                <a:ea typeface="微軟正黑體" pitchFamily="34" charset="-120"/>
              </a:defRPr>
            </a:lvl3pPr>
            <a:lvl4pPr marL="1600200" indent="-228600">
              <a:defRPr>
                <a:solidFill>
                  <a:schemeClr val="tx1"/>
                </a:solidFill>
                <a:latin typeface="Thonburi"/>
                <a:ea typeface="微軟正黑體" pitchFamily="34" charset="-120"/>
              </a:defRPr>
            </a:lvl4pPr>
            <a:lvl5pPr marL="2057400" indent="-228600">
              <a:defRPr>
                <a:solidFill>
                  <a:schemeClr val="tx1"/>
                </a:solidFill>
                <a:latin typeface="Thonburi"/>
                <a:ea typeface="微軟正黑體" pitchFamily="34" charset="-120"/>
              </a:defRPr>
            </a:lvl5pPr>
            <a:lvl6pPr marL="2514600" indent="-228600" defTabSz="457200" eaLnBrk="0" fontAlgn="base" hangingPunct="0">
              <a:spcBef>
                <a:spcPct val="0"/>
              </a:spcBef>
              <a:spcAft>
                <a:spcPct val="0"/>
              </a:spcAft>
              <a:defRPr>
                <a:solidFill>
                  <a:schemeClr val="tx1"/>
                </a:solidFill>
                <a:latin typeface="Thonburi"/>
                <a:ea typeface="微軟正黑體" pitchFamily="34" charset="-120"/>
              </a:defRPr>
            </a:lvl6pPr>
            <a:lvl7pPr marL="2971800" indent="-228600" defTabSz="457200" eaLnBrk="0" fontAlgn="base" hangingPunct="0">
              <a:spcBef>
                <a:spcPct val="0"/>
              </a:spcBef>
              <a:spcAft>
                <a:spcPct val="0"/>
              </a:spcAft>
              <a:defRPr>
                <a:solidFill>
                  <a:schemeClr val="tx1"/>
                </a:solidFill>
                <a:latin typeface="Thonburi"/>
                <a:ea typeface="微軟正黑體" pitchFamily="34" charset="-120"/>
              </a:defRPr>
            </a:lvl7pPr>
            <a:lvl8pPr marL="3429000" indent="-228600" defTabSz="457200" eaLnBrk="0" fontAlgn="base" hangingPunct="0">
              <a:spcBef>
                <a:spcPct val="0"/>
              </a:spcBef>
              <a:spcAft>
                <a:spcPct val="0"/>
              </a:spcAft>
              <a:defRPr>
                <a:solidFill>
                  <a:schemeClr val="tx1"/>
                </a:solidFill>
                <a:latin typeface="Thonburi"/>
                <a:ea typeface="微軟正黑體" pitchFamily="34" charset="-120"/>
              </a:defRPr>
            </a:lvl8pPr>
            <a:lvl9pPr marL="3886200" indent="-228600" defTabSz="457200" eaLnBrk="0" fontAlgn="base" hangingPunct="0">
              <a:spcBef>
                <a:spcPct val="0"/>
              </a:spcBef>
              <a:spcAft>
                <a:spcPct val="0"/>
              </a:spcAft>
              <a:defRPr>
                <a:solidFill>
                  <a:schemeClr val="tx1"/>
                </a:solidFill>
                <a:latin typeface="Thonburi"/>
                <a:ea typeface="微軟正黑體" pitchFamily="34" charset="-120"/>
              </a:defRPr>
            </a:lvl9pPr>
          </a:lstStyle>
          <a:p>
            <a:r>
              <a:rPr lang="zh-TW" altLang="en-US"/>
              <a:t>「」</a:t>
            </a:r>
          </a:p>
        </p:txBody>
      </p:sp>
    </p:spTree>
  </p:cSld>
  <p:clrMapOvr>
    <a:masterClrMapping/>
  </p:clrMapOvr>
  <p:transition spd="med">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title"/>
          </p:nvPr>
        </p:nvSpPr>
        <p:spPr/>
        <p:txBody>
          <a:bodyPr/>
          <a:lstStyle/>
          <a:p>
            <a:pPr eaLnBrk="1"/>
            <a:r>
              <a:rPr lang="zh-TW" altLang="en-US" smtClean="0"/>
              <a:t>圖</a:t>
            </a:r>
            <a:r>
              <a:rPr lang="en-US" altLang="zh-TW" smtClean="0"/>
              <a:t>11-2d </a:t>
            </a:r>
            <a:r>
              <a:rPr lang="zh-TW" altLang="en-US" smtClean="0"/>
              <a:t>「迴圈框架」範例</a:t>
            </a:r>
            <a:endParaRPr lang="en-US" altLang="zh-TW" smtClean="0"/>
          </a:p>
        </p:txBody>
      </p:sp>
      <p:pic>
        <p:nvPicPr>
          <p:cNvPr id="25603" name="Picture 1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92275" y="1628775"/>
            <a:ext cx="6121400" cy="4232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p:nvPr>
        </p:nvSpPr>
        <p:spPr/>
        <p:txBody>
          <a:bodyPr/>
          <a:lstStyle/>
          <a:p>
            <a:pPr eaLnBrk="1"/>
            <a:r>
              <a:rPr lang="zh-TW" altLang="en-US" smtClean="0"/>
              <a:t>圖</a:t>
            </a:r>
            <a:r>
              <a:rPr lang="en-US" altLang="zh-TW" smtClean="0"/>
              <a:t>11-2e </a:t>
            </a:r>
            <a:r>
              <a:rPr lang="zh-TW" altLang="en-US" smtClean="0"/>
              <a:t>「終止框架」範例</a:t>
            </a:r>
            <a:endParaRPr lang="en-US" altLang="zh-TW" smtClean="0"/>
          </a:p>
        </p:txBody>
      </p:sp>
      <p:pic>
        <p:nvPicPr>
          <p:cNvPr id="27651"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43213" y="1557338"/>
            <a:ext cx="3749675" cy="4527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title"/>
          </p:nvPr>
        </p:nvSpPr>
        <p:spPr/>
        <p:txBody>
          <a:bodyPr/>
          <a:lstStyle/>
          <a:p>
            <a:pPr eaLnBrk="1"/>
            <a:r>
              <a:rPr lang="zh-TW" altLang="en-US" smtClean="0"/>
              <a:t>圖</a:t>
            </a:r>
            <a:r>
              <a:rPr lang="en-US" altLang="zh-TW" smtClean="0"/>
              <a:t>11-2f </a:t>
            </a:r>
            <a:r>
              <a:rPr lang="zh-TW" altLang="en-US" smtClean="0"/>
              <a:t>「平行框架」範例</a:t>
            </a:r>
            <a:endParaRPr lang="en-US" altLang="zh-TW" smtClean="0"/>
          </a:p>
        </p:txBody>
      </p:sp>
      <p:pic>
        <p:nvPicPr>
          <p:cNvPr id="29699" name="圖片 7" descr="未命名.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79613" y="1590675"/>
            <a:ext cx="5688012" cy="4645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6"/>
          <p:cNvSpPr>
            <a:spLocks noGrp="1" noChangeArrowheads="1"/>
          </p:cNvSpPr>
          <p:nvPr>
            <p:ph type="title"/>
          </p:nvPr>
        </p:nvSpPr>
        <p:spPr/>
        <p:txBody>
          <a:bodyPr/>
          <a:lstStyle/>
          <a:p>
            <a:pPr eaLnBrk="1"/>
            <a:r>
              <a:rPr lang="zh-TW" altLang="en-US" smtClean="0"/>
              <a:t>圖</a:t>
            </a:r>
            <a:r>
              <a:rPr lang="en-US" altLang="zh-TW" smtClean="0"/>
              <a:t>11-2g </a:t>
            </a:r>
            <a:r>
              <a:rPr lang="zh-TW" altLang="en-US" smtClean="0"/>
              <a:t>「參考框架」範例</a:t>
            </a:r>
            <a:endParaRPr lang="en-US" altLang="zh-TW" smtClean="0"/>
          </a:p>
        </p:txBody>
      </p:sp>
      <p:pic>
        <p:nvPicPr>
          <p:cNvPr id="31747"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92275" y="1700213"/>
            <a:ext cx="6408738" cy="4119562"/>
          </a:xfrm>
        </p:spPr>
      </p:pic>
    </p:spTree>
  </p:cSld>
  <p:clrMapOvr>
    <a:masterClrMapping/>
  </p:clrMapOvr>
  <p:transition spd="med">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8"/>
          <p:cNvSpPr>
            <a:spLocks noGrp="1" noChangeArrowheads="1"/>
          </p:cNvSpPr>
          <p:nvPr>
            <p:ph type="title"/>
          </p:nvPr>
        </p:nvSpPr>
        <p:spPr/>
        <p:txBody>
          <a:bodyPr/>
          <a:lstStyle/>
          <a:p>
            <a:pPr eaLnBrk="1"/>
            <a:r>
              <a:rPr lang="zh-TW" altLang="en-US" smtClean="0"/>
              <a:t>圖</a:t>
            </a:r>
            <a:r>
              <a:rPr lang="en-US" altLang="zh-TW" smtClean="0"/>
              <a:t>11-2h </a:t>
            </a:r>
            <a:r>
              <a:rPr lang="zh-TW" altLang="en-US" smtClean="0"/>
              <a:t>被參考之循序圖範例</a:t>
            </a:r>
          </a:p>
        </p:txBody>
      </p:sp>
      <p:pic>
        <p:nvPicPr>
          <p:cNvPr id="32771" name="Picture 1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79613" y="1557338"/>
            <a:ext cx="5616575" cy="4610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
          <p:cNvSpPr>
            <a:spLocks noGrp="1" noChangeArrowheads="1"/>
          </p:cNvSpPr>
          <p:nvPr>
            <p:ph type="title"/>
          </p:nvPr>
        </p:nvSpPr>
        <p:spPr/>
        <p:txBody>
          <a:bodyPr/>
          <a:lstStyle/>
          <a:p>
            <a:pPr eaLnBrk="1"/>
            <a:r>
              <a:rPr lang="en-US" altLang="zh-TW" smtClean="0"/>
              <a:t>11.2.2 </a:t>
            </a:r>
            <a:r>
              <a:rPr lang="zh-TW" altLang="en-US" smtClean="0"/>
              <a:t>循序圖之建構步驟與準則</a:t>
            </a:r>
            <a:r>
              <a:rPr lang="en-US" altLang="zh-TW" smtClean="0"/>
              <a:t>(c.2)</a:t>
            </a:r>
          </a:p>
        </p:txBody>
      </p:sp>
      <p:sp>
        <p:nvSpPr>
          <p:cNvPr id="34819" name="Rectangle 9"/>
          <p:cNvSpPr>
            <a:spLocks noGrp="1" noChangeArrowheads="1"/>
          </p:cNvSpPr>
          <p:nvPr>
            <p:ph type="body" sz="half" idx="1"/>
          </p:nvPr>
        </p:nvSpPr>
        <p:spPr/>
        <p:txBody>
          <a:bodyPr/>
          <a:lstStyle/>
          <a:p>
            <a:pPr eaLnBrk="1"/>
            <a:r>
              <a:rPr lang="zh-TW" altLang="en-US" sz="2000" smtClean="0"/>
              <a:t>操作描述</a:t>
            </a:r>
            <a:endParaRPr lang="en-US" altLang="zh-TW" sz="2000" smtClean="0"/>
          </a:p>
          <a:p>
            <a:pPr lvl="1" eaLnBrk="1"/>
            <a:r>
              <a:rPr lang="zh-TW" altLang="en-US" sz="2000" smtClean="0"/>
              <a:t>擺在循序圖的最左側，描述內容主要來自使用個案之情節描述。</a:t>
            </a:r>
            <a:endParaRPr lang="en-US" altLang="zh-TW" sz="2000" smtClean="0"/>
          </a:p>
          <a:p>
            <a:pPr lvl="1" eaLnBrk="1"/>
            <a:r>
              <a:rPr lang="zh-TW" altLang="en-US" sz="2000" smtClean="0"/>
              <a:t>可考慮僅作功能性的描述，而完整及詳細的程式邏輯描述，則另外以結構化英文、程式設計語言或物件限制語言描述。</a:t>
            </a:r>
          </a:p>
        </p:txBody>
      </p:sp>
      <p:pic>
        <p:nvPicPr>
          <p:cNvPr id="34820" name="Picture 12" descr="z-vb157d-f11-4"/>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l="10342" t="17949" r="8255"/>
          <a:stretch>
            <a:fillRect/>
          </a:stretch>
        </p:blipFill>
        <p:spPr>
          <a:xfrm>
            <a:off x="2051050" y="3644900"/>
            <a:ext cx="5256213" cy="2562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
          <p:cNvSpPr>
            <a:spLocks noGrp="1" noChangeArrowheads="1"/>
          </p:cNvSpPr>
          <p:nvPr>
            <p:ph type="body" sz="half" idx="1"/>
          </p:nvPr>
        </p:nvSpPr>
        <p:spPr/>
        <p:txBody>
          <a:bodyPr/>
          <a:lstStyle/>
          <a:p>
            <a:pPr eaLnBrk="1"/>
            <a:r>
              <a:rPr lang="zh-TW" altLang="zh-TW" sz="2000" smtClean="0"/>
              <a:t>確認物件間之訊息與操作</a:t>
            </a:r>
          </a:p>
          <a:p>
            <a:pPr lvl="1" eaLnBrk="1"/>
            <a:r>
              <a:rPr lang="zh-TW" altLang="zh-TW" sz="2000" smtClean="0"/>
              <a:t>物件間之訊息和操作可由新增訂購項目使用個案之一系列事件描述（或事件條列式）或活動圖之活動及註記分析得到，這些資訊可表示如</a:t>
            </a:r>
            <a:r>
              <a:rPr lang="zh-TW" altLang="en-US" sz="2000" smtClean="0"/>
              <a:t>下</a:t>
            </a:r>
            <a:r>
              <a:rPr lang="zh-TW" altLang="zh-TW" sz="2000" smtClean="0"/>
              <a:t>表。</a:t>
            </a:r>
            <a:endParaRPr lang="zh-TW" altLang="en-US" sz="2000" smtClean="0"/>
          </a:p>
          <a:p>
            <a:pPr eaLnBrk="1"/>
            <a:endParaRPr lang="zh-TW" altLang="en-US" sz="2000" smtClean="0"/>
          </a:p>
        </p:txBody>
      </p:sp>
      <p:sp>
        <p:nvSpPr>
          <p:cNvPr id="39939" name="Rectangle 12"/>
          <p:cNvSpPr>
            <a:spLocks noGrp="1" noChangeArrowheads="1"/>
          </p:cNvSpPr>
          <p:nvPr>
            <p:ph type="title"/>
          </p:nvPr>
        </p:nvSpPr>
        <p:spPr/>
        <p:txBody>
          <a:bodyPr/>
          <a:lstStyle/>
          <a:p>
            <a:pPr eaLnBrk="1"/>
            <a:r>
              <a:rPr lang="zh-TW" altLang="en-US" smtClean="0"/>
              <a:t>使用者介面循序圖</a:t>
            </a:r>
            <a:r>
              <a:rPr lang="en-US" altLang="zh-TW" smtClean="0"/>
              <a:t>(c.2)</a:t>
            </a:r>
          </a:p>
        </p:txBody>
      </p:sp>
      <p:pic>
        <p:nvPicPr>
          <p:cNvPr id="39940"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619250" y="3155950"/>
            <a:ext cx="6697663" cy="3297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6"/>
          <p:cNvSpPr>
            <a:spLocks noGrp="1" noChangeArrowheads="1"/>
          </p:cNvSpPr>
          <p:nvPr>
            <p:ph type="title"/>
          </p:nvPr>
        </p:nvSpPr>
        <p:spPr/>
        <p:txBody>
          <a:bodyPr/>
          <a:lstStyle/>
          <a:p>
            <a:pPr eaLnBrk="1"/>
            <a:r>
              <a:rPr lang="zh-TW" altLang="en-US" smtClean="0"/>
              <a:t>圖</a:t>
            </a:r>
            <a:r>
              <a:rPr lang="en-US" altLang="zh-TW" smtClean="0"/>
              <a:t>11-5 </a:t>
            </a:r>
            <a:r>
              <a:rPr lang="zh-TW" altLang="en-US" smtClean="0"/>
              <a:t>新增訂購項目之</a:t>
            </a:r>
            <a:r>
              <a:rPr lang="en-US" altLang="zh-TW" smtClean="0"/>
              <a:t>UI</a:t>
            </a:r>
            <a:r>
              <a:rPr lang="zh-TW" altLang="en-US" smtClean="0"/>
              <a:t>循序圖</a:t>
            </a:r>
          </a:p>
        </p:txBody>
      </p:sp>
      <p:pic>
        <p:nvPicPr>
          <p:cNvPr id="41987" name="Picture 10" descr="z-vb157d-f11-5"/>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l="2641" t="9837" r="3522" b="2679"/>
          <a:stretch>
            <a:fillRect/>
          </a:stretch>
        </p:blipFill>
        <p:spPr>
          <a:xfrm>
            <a:off x="1835150" y="1484313"/>
            <a:ext cx="6121400" cy="48974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title"/>
          </p:nvPr>
        </p:nvSpPr>
        <p:spPr/>
        <p:txBody>
          <a:bodyPr/>
          <a:lstStyle/>
          <a:p>
            <a:pPr eaLnBrk="1"/>
            <a:r>
              <a:rPr lang="zh-TW" altLang="en-US" sz="2800" smtClean="0"/>
              <a:t>表</a:t>
            </a:r>
            <a:r>
              <a:rPr lang="en-US" altLang="zh-TW" sz="2800" smtClean="0"/>
              <a:t>11-7 </a:t>
            </a:r>
            <a:r>
              <a:rPr lang="zh-TW" altLang="en-US" sz="2800" smtClean="0"/>
              <a:t>新增訂購項目</a:t>
            </a:r>
            <a:r>
              <a:rPr lang="en-US" altLang="zh-TW" sz="2800" smtClean="0"/>
              <a:t>AC</a:t>
            </a:r>
            <a:r>
              <a:rPr lang="zh-TW" altLang="en-US" sz="2800" smtClean="0"/>
              <a:t>循序圖之訊息與操作</a:t>
            </a:r>
          </a:p>
        </p:txBody>
      </p:sp>
      <p:pic>
        <p:nvPicPr>
          <p:cNvPr id="4505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08175" y="1484313"/>
            <a:ext cx="5688013" cy="4848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2"/>
          <p:cNvSpPr>
            <a:spLocks noGrp="1" noChangeArrowheads="1"/>
          </p:cNvSpPr>
          <p:nvPr>
            <p:ph type="title"/>
          </p:nvPr>
        </p:nvSpPr>
        <p:spPr/>
        <p:txBody>
          <a:bodyPr/>
          <a:lstStyle/>
          <a:p>
            <a:pPr eaLnBrk="1"/>
            <a:r>
              <a:rPr lang="zh-TW" altLang="en-US" smtClean="0"/>
              <a:t>圖</a:t>
            </a:r>
            <a:r>
              <a:rPr lang="en-US" altLang="zh-TW" smtClean="0"/>
              <a:t>11-6 </a:t>
            </a:r>
            <a:r>
              <a:rPr lang="zh-TW" altLang="en-US" smtClean="0"/>
              <a:t>新增訂購項目之</a:t>
            </a:r>
            <a:r>
              <a:rPr lang="en-US" altLang="zh-TW" smtClean="0"/>
              <a:t>AC</a:t>
            </a:r>
            <a:r>
              <a:rPr lang="zh-TW" altLang="en-US" smtClean="0"/>
              <a:t>循序圖</a:t>
            </a:r>
          </a:p>
        </p:txBody>
      </p:sp>
      <p:pic>
        <p:nvPicPr>
          <p:cNvPr id="47107" name="Picture 13" descr="z-vb157d-f11-6"/>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l="12056" t="8366" r="-551" b="2635"/>
          <a:stretch>
            <a:fillRect/>
          </a:stretch>
        </p:blipFill>
        <p:spPr>
          <a:xfrm>
            <a:off x="2195513" y="1484313"/>
            <a:ext cx="4968875" cy="4824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8"/>
          <p:cNvSpPr>
            <a:spLocks noGrp="1" noChangeArrowheads="1"/>
          </p:cNvSpPr>
          <p:nvPr>
            <p:ph type="body" sz="half" idx="1"/>
          </p:nvPr>
        </p:nvSpPr>
        <p:spPr>
          <a:xfrm>
            <a:off x="719138" y="1438275"/>
            <a:ext cx="8097837" cy="1270000"/>
          </a:xfrm>
        </p:spPr>
        <p:txBody>
          <a:bodyPr/>
          <a:lstStyle/>
          <a:p>
            <a:pPr eaLnBrk="1"/>
            <a:r>
              <a:rPr lang="zh-TW" altLang="en-US" smtClean="0">
                <a:ea typeface="微軟正黑體" pitchFamily="34" charset="-120"/>
              </a:rPr>
              <a:t>溝通圖強調以物件的結構化組織表達物件間的訊息傳遞與處理程序。</a:t>
            </a:r>
          </a:p>
        </p:txBody>
      </p:sp>
      <p:pic>
        <p:nvPicPr>
          <p:cNvPr id="48131" name="Picture 9"/>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331913" y="2852738"/>
            <a:ext cx="6700837" cy="2352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Rectangle 11"/>
          <p:cNvSpPr>
            <a:spLocks noGrp="1" noChangeArrowheads="1"/>
          </p:cNvSpPr>
          <p:nvPr>
            <p:ph type="title"/>
          </p:nvPr>
        </p:nvSpPr>
        <p:spPr/>
        <p:txBody>
          <a:bodyPr/>
          <a:lstStyle/>
          <a:p>
            <a:pPr eaLnBrk="1"/>
            <a:r>
              <a:rPr lang="en-US" altLang="zh-TW" smtClean="0"/>
              <a:t>11.3 </a:t>
            </a:r>
            <a:r>
              <a:rPr lang="zh-TW" altLang="en-US" smtClean="0"/>
              <a:t>溝通圖</a:t>
            </a:r>
          </a:p>
        </p:txBody>
      </p:sp>
    </p:spTree>
  </p:cSld>
  <p:clrMapOvr>
    <a:masterClrMapping/>
  </p:clrMapOvr>
  <p:transition spd="med">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idx="1"/>
          </p:nvPr>
        </p:nvSpPr>
        <p:spPr/>
        <p:txBody>
          <a:bodyPr/>
          <a:lstStyle/>
          <a:p>
            <a:pPr eaLnBrk="1"/>
            <a:endParaRPr lang="zh-TW" altLang="en-US" smtClean="0"/>
          </a:p>
        </p:txBody>
      </p:sp>
      <p:pic>
        <p:nvPicPr>
          <p:cNvPr id="49155" name="圖片 9" descr="未命名.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71625" y="2286000"/>
            <a:ext cx="6181725"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Rectangle 8"/>
          <p:cNvSpPr>
            <a:spLocks noGrp="1" noChangeArrowheads="1"/>
          </p:cNvSpPr>
          <p:nvPr>
            <p:ph type="title"/>
          </p:nvPr>
        </p:nvSpPr>
        <p:spPr/>
        <p:txBody>
          <a:bodyPr/>
          <a:lstStyle/>
          <a:p>
            <a:pPr eaLnBrk="1"/>
            <a:r>
              <a:rPr lang="en-US" altLang="zh-TW" smtClean="0"/>
              <a:t>11.3.1 </a:t>
            </a:r>
            <a:r>
              <a:rPr lang="zh-TW" altLang="en-US" smtClean="0"/>
              <a:t>溝通圖之元件</a:t>
            </a:r>
          </a:p>
        </p:txBody>
      </p:sp>
    </p:spTree>
  </p:cSld>
  <p:clrMapOvr>
    <a:masterClrMapping/>
  </p:clrMapOvr>
  <p:transition spd="med">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
          <p:cNvSpPr>
            <a:spLocks noGrp="1" noChangeArrowheads="1"/>
          </p:cNvSpPr>
          <p:nvPr>
            <p:ph type="title"/>
          </p:nvPr>
        </p:nvSpPr>
        <p:spPr/>
        <p:txBody>
          <a:bodyPr/>
          <a:lstStyle/>
          <a:p>
            <a:pPr eaLnBrk="1"/>
            <a:r>
              <a:rPr lang="zh-TW" altLang="en-US" smtClean="0"/>
              <a:t>圖</a:t>
            </a:r>
            <a:r>
              <a:rPr lang="en-US" altLang="zh-TW" smtClean="0"/>
              <a:t>11-8 </a:t>
            </a:r>
            <a:r>
              <a:rPr lang="zh-TW" altLang="en-US" smtClean="0"/>
              <a:t>新增訂購項目之</a:t>
            </a:r>
            <a:r>
              <a:rPr lang="en-US" altLang="zh-TW" smtClean="0"/>
              <a:t>UI </a:t>
            </a:r>
            <a:r>
              <a:rPr lang="zh-TW" altLang="en-US" smtClean="0"/>
              <a:t>溝通圖</a:t>
            </a:r>
          </a:p>
        </p:txBody>
      </p:sp>
      <p:pic>
        <p:nvPicPr>
          <p:cNvPr id="56323" name="Picture 2" descr="圖11-8 新增訂購項目之UI 溝通圖"/>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7088" y="1484313"/>
            <a:ext cx="7848600" cy="4752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3"/>
          <p:cNvSpPr>
            <a:spLocks noGrp="1" noChangeArrowheads="1"/>
          </p:cNvSpPr>
          <p:nvPr>
            <p:ph idx="1"/>
          </p:nvPr>
        </p:nvSpPr>
        <p:spPr/>
        <p:txBody>
          <a:bodyPr/>
          <a:lstStyle/>
          <a:p>
            <a:pPr eaLnBrk="1"/>
            <a:endParaRPr lang="zh-TW" altLang="en-US" smtClean="0"/>
          </a:p>
        </p:txBody>
      </p:sp>
      <p:pic>
        <p:nvPicPr>
          <p:cNvPr id="59395" name="Picture 2" descr="圖11-9 新增訂購項目之AC 溝通圖"/>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71625"/>
            <a:ext cx="6750050"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Rectangle 14"/>
          <p:cNvSpPr>
            <a:spLocks noGrp="1" noChangeArrowheads="1"/>
          </p:cNvSpPr>
          <p:nvPr>
            <p:ph type="title"/>
          </p:nvPr>
        </p:nvSpPr>
        <p:spPr/>
        <p:txBody>
          <a:bodyPr/>
          <a:lstStyle/>
          <a:p>
            <a:pPr eaLnBrk="1"/>
            <a:r>
              <a:rPr lang="zh-TW" altLang="en-US" smtClean="0"/>
              <a:t>圖</a:t>
            </a:r>
            <a:r>
              <a:rPr lang="en-US" altLang="zh-TW" smtClean="0"/>
              <a:t>11-9 </a:t>
            </a:r>
            <a:r>
              <a:rPr lang="zh-TW" altLang="en-US" smtClean="0"/>
              <a:t>新增訂購項目之</a:t>
            </a:r>
            <a:r>
              <a:rPr lang="en-US" altLang="zh-TW" smtClean="0"/>
              <a:t>AC</a:t>
            </a:r>
            <a:r>
              <a:rPr lang="zh-TW" altLang="en-US" smtClean="0"/>
              <a:t>溝通圖</a:t>
            </a:r>
          </a:p>
        </p:txBody>
      </p:sp>
    </p:spTree>
  </p:cSld>
  <p:clrMapOvr>
    <a:masterClrMapping/>
  </p:clrMapOvr>
  <p:transition spd="med">
    <p:random/>
  </p:transition>
  <p:timing>
    <p:tnLst>
      <p:par>
        <p:cTn id="1" dur="indefinite" restart="never" nodeType="tmRoot"/>
      </p:par>
    </p:tnLst>
  </p:timing>
</p:sld>
</file>

<file path=ppt/theme/theme1.xml><?xml version="1.0" encoding="utf-8"?>
<a:theme xmlns:a="http://schemas.openxmlformats.org/drawingml/2006/main" name="ch01">
  <a:themeElements>
    <a:clrScheme name="">
      <a:dk1>
        <a:srgbClr val="000000"/>
      </a:dk1>
      <a:lt1>
        <a:srgbClr val="FFFFFF"/>
      </a:lt1>
      <a:dk2>
        <a:srgbClr val="CCFFFF"/>
      </a:dk2>
      <a:lt2>
        <a:srgbClr val="CBCBCB"/>
      </a:lt2>
      <a:accent1>
        <a:srgbClr val="009999"/>
      </a:accent1>
      <a:accent2>
        <a:srgbClr val="FF9933"/>
      </a:accent2>
      <a:accent3>
        <a:srgbClr val="E2FFFF"/>
      </a:accent3>
      <a:accent4>
        <a:srgbClr val="DADADA"/>
      </a:accent4>
      <a:accent5>
        <a:srgbClr val="AACACA"/>
      </a:accent5>
      <a:accent6>
        <a:srgbClr val="E78A2D"/>
      </a:accent6>
      <a:hlink>
        <a:srgbClr val="330099"/>
      </a:hlink>
      <a:folHlink>
        <a:srgbClr val="CBCBCB"/>
      </a:folHlink>
    </a:clrScheme>
    <a:fontScheme name="ch01">
      <a:majorFont>
        <a:latin typeface="Times New Roman"/>
        <a:ea typeface="華康特粗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TW" sz="1800" b="0" i="0" u="none" strike="noStrike" cap="none" normalizeH="0" baseline="0" smtClean="0">
            <a:ln>
              <a:noFill/>
            </a:ln>
            <a:solidFill>
              <a:schemeClr val="tx1"/>
            </a:solidFill>
            <a:effectLst/>
            <a:latin typeface="Thonburi"/>
            <a:ea typeface="微軟正黑體" pitchFamily="34"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TW" sz="1800" b="0" i="0" u="none" strike="noStrike" cap="none" normalizeH="0" baseline="0" smtClean="0">
            <a:ln>
              <a:noFill/>
            </a:ln>
            <a:solidFill>
              <a:schemeClr val="tx1"/>
            </a:solidFill>
            <a:effectLst/>
            <a:latin typeface="Thonburi"/>
            <a:ea typeface="微軟正黑體" pitchFamily="34" charset="-120"/>
          </a:defRPr>
        </a:defPPr>
      </a:lstStyle>
    </a:lnDef>
  </a:objectDefaults>
  <a:extraClrSchemeLst>
    <a:extraClrScheme>
      <a:clrScheme name="ch01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ch01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ch01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5_ch01 網際網路基礎">
  <a:themeElements>
    <a:clrScheme name="">
      <a:dk1>
        <a:srgbClr val="000000"/>
      </a:dk1>
      <a:lt1>
        <a:srgbClr val="FFFFFF"/>
      </a:lt1>
      <a:dk2>
        <a:srgbClr val="CCFFFF"/>
      </a:dk2>
      <a:lt2>
        <a:srgbClr val="CBCBCB"/>
      </a:lt2>
      <a:accent1>
        <a:srgbClr val="009999"/>
      </a:accent1>
      <a:accent2>
        <a:srgbClr val="FF9933"/>
      </a:accent2>
      <a:accent3>
        <a:srgbClr val="E2FFFF"/>
      </a:accent3>
      <a:accent4>
        <a:srgbClr val="DADADA"/>
      </a:accent4>
      <a:accent5>
        <a:srgbClr val="AACACA"/>
      </a:accent5>
      <a:accent6>
        <a:srgbClr val="E78A2D"/>
      </a:accent6>
      <a:hlink>
        <a:srgbClr val="330099"/>
      </a:hlink>
      <a:folHlink>
        <a:srgbClr val="CBCBCB"/>
      </a:folHlink>
    </a:clrScheme>
    <a:fontScheme name="5_ch01 網際網路基礎">
      <a:majorFont>
        <a:latin typeface="Times New Roman"/>
        <a:ea typeface="華康特粗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TW" sz="1800" b="0" i="0" u="none" strike="noStrike" cap="none" normalizeH="0" baseline="0" smtClean="0">
            <a:ln>
              <a:noFill/>
            </a:ln>
            <a:solidFill>
              <a:schemeClr val="tx1"/>
            </a:solidFill>
            <a:effectLst/>
            <a:latin typeface="Thonburi"/>
            <a:ea typeface="微軟正黑體" pitchFamily="34"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TW" sz="1800" b="0" i="0" u="none" strike="noStrike" cap="none" normalizeH="0" baseline="0" smtClean="0">
            <a:ln>
              <a:noFill/>
            </a:ln>
            <a:solidFill>
              <a:schemeClr val="tx1"/>
            </a:solidFill>
            <a:effectLst/>
            <a:latin typeface="Thonburi"/>
            <a:ea typeface="微軟正黑體" pitchFamily="34" charset="-120"/>
          </a:defRPr>
        </a:defPPr>
      </a:lstStyle>
    </a:lnDef>
  </a:objectDefaults>
  <a:extraClrSchemeLst>
    <a:extraClrScheme>
      <a:clrScheme name="5_ch01 網際網路基礎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5_ch01 網際網路基礎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5_ch01 網際網路基礎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佈景主題1</Template>
  <TotalTime>1204</TotalTime>
  <Words>534</Words>
  <Application>Microsoft Office PowerPoint</Application>
  <PresentationFormat>如螢幕大小 (4:3)</PresentationFormat>
  <Paragraphs>54</Paragraphs>
  <Slides>23</Slides>
  <Notes>1</Notes>
  <HiddenSlides>0</HiddenSlides>
  <MMClips>0</MMClips>
  <ScaleCrop>false</ScaleCrop>
  <HeadingPairs>
    <vt:vector size="4" baseType="variant">
      <vt:variant>
        <vt:lpstr>佈景主題</vt:lpstr>
      </vt:variant>
      <vt:variant>
        <vt:i4>2</vt:i4>
      </vt:variant>
      <vt:variant>
        <vt:lpstr>投影片標題</vt:lpstr>
      </vt:variant>
      <vt:variant>
        <vt:i4>23</vt:i4>
      </vt:variant>
    </vt:vector>
  </HeadingPairs>
  <TitlesOfParts>
    <vt:vector size="25" baseType="lpstr">
      <vt:lpstr>ch01</vt:lpstr>
      <vt:lpstr>5_ch01 網際網路基礎</vt:lpstr>
      <vt:lpstr>第十一章 物件互動行為塑模</vt:lpstr>
      <vt:lpstr>內容大綱</vt:lpstr>
      <vt:lpstr>學習目標</vt:lpstr>
      <vt:lpstr>11.1 導論</vt:lpstr>
      <vt:lpstr>表11-1 循序圖之元件</vt:lpstr>
      <vt:lpstr>循序圖範例&amp;操作描述</vt:lpstr>
      <vt:lpstr>11.2.1 循序圖之元件(c.7)</vt:lpstr>
      <vt:lpstr>圖11-2b 「多選一框架」範例</vt:lpstr>
      <vt:lpstr>圖11-2c 「自由選擇框架」範例</vt:lpstr>
      <vt:lpstr>圖11-2d 「迴圈框架」範例</vt:lpstr>
      <vt:lpstr>圖11-2e 「終止框架」範例</vt:lpstr>
      <vt:lpstr>圖11-2f 「平行框架」範例</vt:lpstr>
      <vt:lpstr>圖11-2g 「參考框架」範例</vt:lpstr>
      <vt:lpstr>圖11-2h 被參考之循序圖範例</vt:lpstr>
      <vt:lpstr>11.2.2 循序圖之建構步驟與準則(c.2)</vt:lpstr>
      <vt:lpstr>使用者介面循序圖(c.2)</vt:lpstr>
      <vt:lpstr>圖11-5 新增訂購項目之UI循序圖</vt:lpstr>
      <vt:lpstr>表11-7 新增訂購項目AC循序圖之訊息與操作</vt:lpstr>
      <vt:lpstr>圖11-6 新增訂購項目之AC循序圖</vt:lpstr>
      <vt:lpstr>11.3 溝通圖</vt:lpstr>
      <vt:lpstr>11.3.1 溝通圖之元件</vt:lpstr>
      <vt:lpstr>圖11-8 新增訂購項目之UI 溝通圖</vt:lpstr>
      <vt:lpstr>圖11-9 新增訂購項目之AC溝通圖</vt:lpstr>
    </vt:vector>
  </TitlesOfParts>
  <Company>nsysu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第十二章 物件導向設計</dc:title>
  <dc:creator>handsome</dc:creator>
  <cp:lastModifiedBy>user</cp:lastModifiedBy>
  <cp:revision>301</cp:revision>
  <dcterms:created xsi:type="dcterms:W3CDTF">1999-12-23T22:33:23Z</dcterms:created>
  <dcterms:modified xsi:type="dcterms:W3CDTF">2020-04-20T02:52:43Z</dcterms:modified>
</cp:coreProperties>
</file>