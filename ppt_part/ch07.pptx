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 id="2147483758" r:id="rId2"/>
    <p:sldMasterId id="2147483759" r:id="rId3"/>
    <p:sldMasterId id="2147483760" r:id="rId4"/>
    <p:sldMasterId id="2147483761" r:id="rId5"/>
  </p:sldMasterIdLst>
  <p:notesMasterIdLst>
    <p:notesMasterId r:id="rId46"/>
  </p:notesMasterIdLst>
  <p:sldIdLst>
    <p:sldId id="256" r:id="rId6"/>
    <p:sldId id="393" r:id="rId7"/>
    <p:sldId id="258" r:id="rId8"/>
    <p:sldId id="408" r:id="rId9"/>
    <p:sldId id="263" r:id="rId10"/>
    <p:sldId id="268" r:id="rId11"/>
    <p:sldId id="271" r:id="rId12"/>
    <p:sldId id="273" r:id="rId13"/>
    <p:sldId id="277" r:id="rId14"/>
    <p:sldId id="397" r:id="rId15"/>
    <p:sldId id="398" r:id="rId16"/>
    <p:sldId id="272" r:id="rId17"/>
    <p:sldId id="281" r:id="rId18"/>
    <p:sldId id="283" r:id="rId19"/>
    <p:sldId id="287" r:id="rId20"/>
    <p:sldId id="288" r:id="rId21"/>
    <p:sldId id="282" r:id="rId22"/>
    <p:sldId id="297" r:id="rId23"/>
    <p:sldId id="298" r:id="rId24"/>
    <p:sldId id="303" r:id="rId25"/>
    <p:sldId id="308" r:id="rId26"/>
    <p:sldId id="318" r:id="rId27"/>
    <p:sldId id="332" r:id="rId28"/>
    <p:sldId id="346" r:id="rId29"/>
    <p:sldId id="349" r:id="rId30"/>
    <p:sldId id="405" r:id="rId31"/>
    <p:sldId id="355" r:id="rId32"/>
    <p:sldId id="356" r:id="rId33"/>
    <p:sldId id="358" r:id="rId34"/>
    <p:sldId id="363" r:id="rId35"/>
    <p:sldId id="366" r:id="rId36"/>
    <p:sldId id="367" r:id="rId37"/>
    <p:sldId id="368" r:id="rId38"/>
    <p:sldId id="372" r:id="rId39"/>
    <p:sldId id="374" r:id="rId40"/>
    <p:sldId id="395" r:id="rId41"/>
    <p:sldId id="411" r:id="rId42"/>
    <p:sldId id="412" r:id="rId43"/>
    <p:sldId id="413" r:id="rId44"/>
    <p:sldId id="414" r:id="rId45"/>
  </p:sldIdLst>
  <p:sldSz cx="9144000" cy="6858000" type="screen4x3"/>
  <p:notesSz cx="6858000" cy="9144000"/>
  <p:defaultTextStyle>
    <a:defPPr>
      <a:defRPr lang="zh-TW"/>
    </a:defPPr>
    <a:lvl1pPr algn="l" rtl="0" eaLnBrk="0" fontAlgn="base" hangingPunct="0">
      <a:spcBef>
        <a:spcPct val="0"/>
      </a:spcBef>
      <a:spcAft>
        <a:spcPct val="0"/>
      </a:spcAft>
      <a:defRPr sz="2400" kern="1200">
        <a:solidFill>
          <a:schemeClr val="tx1"/>
        </a:solidFill>
        <a:latin typeface="Times New Roman" pitchFamily="18" charset="0"/>
        <a:ea typeface="新細明體" pitchFamily="18" charset="-120"/>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新細明體" pitchFamily="18" charset="-120"/>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新細明體" pitchFamily="18" charset="-120"/>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新細明體" pitchFamily="18" charset="-120"/>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新細明體" pitchFamily="18" charset="-120"/>
        <a:cs typeface="+mn-cs"/>
      </a:defRPr>
    </a:lvl5pPr>
    <a:lvl6pPr marL="2286000" algn="l" defTabSz="914400" rtl="0" eaLnBrk="1" latinLnBrk="0" hangingPunct="1">
      <a:defRPr sz="2400" kern="1200">
        <a:solidFill>
          <a:schemeClr val="tx1"/>
        </a:solidFill>
        <a:latin typeface="Times New Roman" pitchFamily="18" charset="0"/>
        <a:ea typeface="新細明體" pitchFamily="18" charset="-120"/>
        <a:cs typeface="+mn-cs"/>
      </a:defRPr>
    </a:lvl6pPr>
    <a:lvl7pPr marL="2743200" algn="l" defTabSz="914400" rtl="0" eaLnBrk="1" latinLnBrk="0" hangingPunct="1">
      <a:defRPr sz="2400" kern="1200">
        <a:solidFill>
          <a:schemeClr val="tx1"/>
        </a:solidFill>
        <a:latin typeface="Times New Roman" pitchFamily="18" charset="0"/>
        <a:ea typeface="新細明體" pitchFamily="18" charset="-120"/>
        <a:cs typeface="+mn-cs"/>
      </a:defRPr>
    </a:lvl7pPr>
    <a:lvl8pPr marL="3200400" algn="l" defTabSz="914400" rtl="0" eaLnBrk="1" latinLnBrk="0" hangingPunct="1">
      <a:defRPr sz="2400" kern="1200">
        <a:solidFill>
          <a:schemeClr val="tx1"/>
        </a:solidFill>
        <a:latin typeface="Times New Roman" pitchFamily="18" charset="0"/>
        <a:ea typeface="新細明體" pitchFamily="18" charset="-120"/>
        <a:cs typeface="+mn-cs"/>
      </a:defRPr>
    </a:lvl8pPr>
    <a:lvl9pPr marL="3657600" algn="l" defTabSz="914400" rtl="0" eaLnBrk="1" latinLnBrk="0" hangingPunct="1">
      <a:defRPr sz="2400" kern="1200">
        <a:solidFill>
          <a:schemeClr val="tx1"/>
        </a:solidFill>
        <a:latin typeface="Times New Roman" pitchFamily="18" charset="0"/>
        <a:ea typeface="新細明體" pitchFamily="18" charset="-120"/>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7818" autoAdjust="0"/>
    <p:restoredTop sz="98824" autoAdjust="0"/>
  </p:normalViewPr>
  <p:slideViewPr>
    <p:cSldViewPr>
      <p:cViewPr>
        <p:scale>
          <a:sx n="100" d="100"/>
          <a:sy n="100" d="100"/>
        </p:scale>
        <p:origin x="-894" y="-258"/>
      </p:cViewPr>
      <p:guideLst>
        <p:guide orient="horz" pos="2160"/>
        <p:guide pos="350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viewProps" Target="viewProps.xml"/><Relationship Id="rId8" Type="http://schemas.openxmlformats.org/officeDocument/2006/relationships/slide" Target="slides/slide3.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notesMaster" Target="notesMasters/notesMaster1.xml"/><Relationship Id="rId20" Type="http://schemas.openxmlformats.org/officeDocument/2006/relationships/slide" Target="slides/slide15.xml"/><Relationship Id="rId41" Type="http://schemas.openxmlformats.org/officeDocument/2006/relationships/slide" Target="slides/slide36.xml"/><Relationship Id="rId1" Type="http://schemas.openxmlformats.org/officeDocument/2006/relationships/slideMaster" Target="slideMasters/slideMaster1.xml"/><Relationship Id="rId6"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kumimoji="1" sz="1200"/>
            </a:lvl1pPr>
          </a:lstStyle>
          <a:p>
            <a:pPr>
              <a:defRPr/>
            </a:pPr>
            <a:endParaRPr lang="en-US" altLang="zh-TW"/>
          </a:p>
        </p:txBody>
      </p:sp>
      <p:sp>
        <p:nvSpPr>
          <p:cNvPr id="3075"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kumimoji="1" sz="1200"/>
            </a:lvl1pPr>
          </a:lstStyle>
          <a:p>
            <a:pPr>
              <a:defRPr/>
            </a:pPr>
            <a:endParaRPr lang="en-US" altLang="zh-TW"/>
          </a:p>
        </p:txBody>
      </p:sp>
      <p:sp>
        <p:nvSpPr>
          <p:cNvPr id="9933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TW" altLang="en-US" noProof="0" smtClean="0"/>
              <a:t>按一下以編輯母片</a:t>
            </a:r>
          </a:p>
          <a:p>
            <a:pPr lvl="1"/>
            <a:r>
              <a:rPr lang="zh-TW" altLang="en-US" noProof="0" smtClean="0"/>
              <a:t>第二層</a:t>
            </a:r>
          </a:p>
          <a:p>
            <a:pPr lvl="2"/>
            <a:r>
              <a:rPr lang="zh-TW" altLang="en-US" noProof="0" smtClean="0"/>
              <a:t>第三層</a:t>
            </a:r>
          </a:p>
          <a:p>
            <a:pPr lvl="3"/>
            <a:r>
              <a:rPr lang="zh-TW" altLang="en-US" noProof="0" smtClean="0"/>
              <a:t>第四層</a:t>
            </a:r>
          </a:p>
          <a:p>
            <a:pPr lvl="4"/>
            <a:r>
              <a:rPr lang="zh-TW" altLang="en-US" noProof="0" smtClean="0"/>
              <a:t>第五層</a:t>
            </a:r>
          </a:p>
        </p:txBody>
      </p:sp>
      <p:sp>
        <p:nvSpPr>
          <p:cNvPr id="3078"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kumimoji="1" sz="1200"/>
            </a:lvl1pPr>
          </a:lstStyle>
          <a:p>
            <a:pPr>
              <a:defRPr/>
            </a:pPr>
            <a:endParaRPr lang="en-US" altLang="zh-TW"/>
          </a:p>
        </p:txBody>
      </p:sp>
      <p:sp>
        <p:nvSpPr>
          <p:cNvPr id="3079"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kumimoji="1" sz="1200" smtClean="0"/>
            </a:lvl1pPr>
          </a:lstStyle>
          <a:p>
            <a:pPr>
              <a:defRPr/>
            </a:pPr>
            <a:fld id="{F02C6F3C-69FD-4463-978B-0EC0D2D58333}" type="slidenum">
              <a:rPr lang="en-US" altLang="zh-TW"/>
              <a:pPr>
                <a:defRPr/>
              </a:pPr>
              <a:t>‹#›</a:t>
            </a:fld>
            <a:endParaRPr lang="en-US" altLang="zh-TW"/>
          </a:p>
        </p:txBody>
      </p:sp>
    </p:spTree>
    <p:extLst>
      <p:ext uri="{BB962C8B-B14F-4D97-AF65-F5344CB8AC3E}">
        <p14:creationId xmlns:p14="http://schemas.microsoft.com/office/powerpoint/2010/main" val="273987926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新細明體" pitchFamily="18" charset="-120"/>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新細明體" pitchFamily="18" charset="-120"/>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新細明體" pitchFamily="18" charset="-120"/>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新細明體" pitchFamily="18" charset="-120"/>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新細明體" pitchFamily="18" charset="-12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pic>
        <p:nvPicPr>
          <p:cNvPr id="3" name="Picture 3" descr="資訊科技_bg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8575" y="3875088"/>
            <a:ext cx="6651625" cy="10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Box 5"/>
          <p:cNvSpPr txBox="1">
            <a:spLocks noChangeArrowheads="1"/>
          </p:cNvSpPr>
          <p:nvPr/>
        </p:nvSpPr>
        <p:spPr bwMode="auto">
          <a:xfrm>
            <a:off x="250825" y="0"/>
            <a:ext cx="446881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rIns="0" anchor="ctr"/>
          <a:lstStyle>
            <a:lvl1pPr>
              <a:defRPr sz="2400">
                <a:solidFill>
                  <a:schemeClr val="tx1"/>
                </a:solidFill>
                <a:latin typeface="Times New Roman" pitchFamily="18" charset="0"/>
                <a:ea typeface="新細明體" pitchFamily="18" charset="-120"/>
              </a:defRPr>
            </a:lvl1pPr>
            <a:lvl2pPr marL="742950" indent="-285750">
              <a:defRPr sz="2400">
                <a:solidFill>
                  <a:schemeClr val="tx1"/>
                </a:solidFill>
                <a:latin typeface="Times New Roman" pitchFamily="18" charset="0"/>
                <a:ea typeface="新細明體" pitchFamily="18" charset="-120"/>
              </a:defRPr>
            </a:lvl2pPr>
            <a:lvl3pPr marL="1143000" indent="-228600">
              <a:defRPr sz="2400">
                <a:solidFill>
                  <a:schemeClr val="tx1"/>
                </a:solidFill>
                <a:latin typeface="Times New Roman" pitchFamily="18" charset="0"/>
                <a:ea typeface="新細明體" pitchFamily="18" charset="-120"/>
              </a:defRPr>
            </a:lvl3pPr>
            <a:lvl4pPr marL="1600200" indent="-228600">
              <a:defRPr sz="2400">
                <a:solidFill>
                  <a:schemeClr val="tx1"/>
                </a:solidFill>
                <a:latin typeface="Times New Roman" pitchFamily="18" charset="0"/>
                <a:ea typeface="新細明體" pitchFamily="18" charset="-120"/>
              </a:defRPr>
            </a:lvl4pPr>
            <a:lvl5pPr marL="2057400" indent="-22860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r>
              <a:rPr kumimoji="1" lang="zh-TW" altLang="en-US" sz="1600">
                <a:latin typeface="Arial" charset="0"/>
              </a:rPr>
              <a:t>系統分析與設計</a:t>
            </a:r>
            <a:r>
              <a:rPr kumimoji="1" lang="zh-TW" altLang="en-US" sz="1200">
                <a:latin typeface="Arial" charset="0"/>
              </a:rPr>
              <a:t>理論與實務應用(七版)   吳仁和、林信惠 著</a:t>
            </a:r>
          </a:p>
        </p:txBody>
      </p:sp>
      <p:sp>
        <p:nvSpPr>
          <p:cNvPr id="5" name="Text Box 4"/>
          <p:cNvSpPr txBox="1">
            <a:spLocks noChangeArrowheads="1"/>
          </p:cNvSpPr>
          <p:nvPr userDrawn="1"/>
        </p:nvSpPr>
        <p:spPr bwMode="auto">
          <a:xfrm>
            <a:off x="6011863" y="0"/>
            <a:ext cx="287972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a:tailEnd/>
              </a14:hiddenLine>
            </a:ext>
          </a:extLst>
        </p:spPr>
        <p:txBody>
          <a:bodyPr anchor="ctr"/>
          <a:lstStyle>
            <a:lvl1pPr>
              <a:defRPr sz="2400">
                <a:solidFill>
                  <a:schemeClr val="tx1"/>
                </a:solidFill>
                <a:latin typeface="Times New Roman" pitchFamily="18" charset="0"/>
                <a:ea typeface="新細明體" pitchFamily="18" charset="-120"/>
              </a:defRPr>
            </a:lvl1pPr>
            <a:lvl2pPr marL="742950" indent="-285750">
              <a:defRPr sz="2400">
                <a:solidFill>
                  <a:schemeClr val="tx1"/>
                </a:solidFill>
                <a:latin typeface="Times New Roman" pitchFamily="18" charset="0"/>
                <a:ea typeface="新細明體" pitchFamily="18" charset="-120"/>
              </a:defRPr>
            </a:lvl2pPr>
            <a:lvl3pPr marL="1143000" indent="-228600">
              <a:defRPr sz="2400">
                <a:solidFill>
                  <a:schemeClr val="tx1"/>
                </a:solidFill>
                <a:latin typeface="Times New Roman" pitchFamily="18" charset="0"/>
                <a:ea typeface="新細明體" pitchFamily="18" charset="-120"/>
              </a:defRPr>
            </a:lvl3pPr>
            <a:lvl4pPr marL="1600200" indent="-228600">
              <a:defRPr sz="2400">
                <a:solidFill>
                  <a:schemeClr val="tx1"/>
                </a:solidFill>
                <a:latin typeface="Times New Roman" pitchFamily="18" charset="0"/>
                <a:ea typeface="新細明體" pitchFamily="18" charset="-120"/>
              </a:defRPr>
            </a:lvl4pPr>
            <a:lvl5pPr marL="2057400" indent="-22860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algn="r"/>
            <a:r>
              <a:rPr kumimoji="1" lang="en-US" altLang="zh-TW" sz="1400">
                <a:ea typeface="華康特粗明體" pitchFamily="49" charset="-120"/>
              </a:rPr>
              <a:t>ISBN 9789575113094</a:t>
            </a:r>
          </a:p>
        </p:txBody>
      </p:sp>
      <p:sp>
        <p:nvSpPr>
          <p:cNvPr id="125954" name="Rectangle 2"/>
          <p:cNvSpPr>
            <a:spLocks noGrp="1" noChangeArrowheads="1"/>
          </p:cNvSpPr>
          <p:nvPr>
            <p:ph type="ctrTitle" sz="quarter"/>
          </p:nvPr>
        </p:nvSpPr>
        <p:spPr>
          <a:xfrm>
            <a:off x="250825" y="2974975"/>
            <a:ext cx="8637588" cy="900113"/>
          </a:xfrm>
          <a:extLst>
            <a:ext uri="{91240B29-F687-4F45-9708-019B960494DF}">
              <a14:hiddenLine xmlns:a14="http://schemas.microsoft.com/office/drawing/2010/main" w="9525">
                <a:solidFill>
                  <a:schemeClr val="tx1"/>
                </a:solidFill>
                <a:miter lim="800000"/>
                <a:headEnd/>
                <a:tailEnd/>
              </a14:hiddenLine>
            </a:ext>
          </a:extLst>
        </p:spPr>
        <p:txBody>
          <a:bodyPr/>
          <a:lstStyle>
            <a:lvl1pPr>
              <a:defRPr/>
            </a:lvl1pPr>
          </a:lstStyle>
          <a:p>
            <a:pPr lvl="0"/>
            <a:r>
              <a:rPr lang="zh-TW" altLang="en-US" noProof="0" smtClean="0"/>
              <a:t>按一下以編輯母片標題樣式</a:t>
            </a:r>
          </a:p>
        </p:txBody>
      </p:sp>
    </p:spTree>
    <p:extLst>
      <p:ext uri="{BB962C8B-B14F-4D97-AF65-F5344CB8AC3E}">
        <p14:creationId xmlns:p14="http://schemas.microsoft.com/office/powerpoint/2010/main" val="4112868905"/>
      </p:ext>
    </p:extLst>
  </p:cSld>
  <p:clrMapOvr>
    <a:masterClrMapping/>
  </p:clrMapOvr>
  <p:transition spd="med">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3870938540"/>
      </p:ext>
    </p:extLst>
  </p:cSld>
  <p:clrMapOvr>
    <a:masterClrMapping/>
  </p:clrMapOvr>
  <p:transition spd="med">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smtClean="0"/>
              <a:t>按一下以編輯母片文字樣式</a:t>
            </a:r>
          </a:p>
        </p:txBody>
      </p:sp>
    </p:spTree>
    <p:extLst>
      <p:ext uri="{BB962C8B-B14F-4D97-AF65-F5344CB8AC3E}">
        <p14:creationId xmlns:p14="http://schemas.microsoft.com/office/powerpoint/2010/main" val="35342231"/>
      </p:ext>
    </p:extLst>
  </p:cSld>
  <p:clrMapOvr>
    <a:masterClrMapping/>
  </p:clrMapOvr>
  <p:transition spd="med">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719138" y="1438275"/>
            <a:ext cx="3971925" cy="48577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843463" y="1438275"/>
            <a:ext cx="3973512" cy="48577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995223105"/>
      </p:ext>
    </p:extLst>
  </p:cSld>
  <p:clrMapOvr>
    <a:masterClrMapping/>
  </p:clrMapOvr>
  <p:transition spd="med">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1682108552"/>
      </p:ext>
    </p:extLst>
  </p:cSld>
  <p:clrMapOvr>
    <a:masterClrMapping/>
  </p:clrMapOvr>
  <p:transition spd="med">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Tree>
    <p:extLst>
      <p:ext uri="{BB962C8B-B14F-4D97-AF65-F5344CB8AC3E}">
        <p14:creationId xmlns:p14="http://schemas.microsoft.com/office/powerpoint/2010/main" val="65237670"/>
      </p:ext>
    </p:extLst>
  </p:cSld>
  <p:clrMapOvr>
    <a:masterClrMapping/>
  </p:clrMapOvr>
  <p:transition spd="med">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228061502"/>
      </p:ext>
    </p:extLst>
  </p:cSld>
  <p:clrMapOvr>
    <a:masterClrMapping/>
  </p:clrMapOvr>
  <p:transition spd="med">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Tree>
    <p:extLst>
      <p:ext uri="{BB962C8B-B14F-4D97-AF65-F5344CB8AC3E}">
        <p14:creationId xmlns:p14="http://schemas.microsoft.com/office/powerpoint/2010/main" val="1808341009"/>
      </p:ext>
    </p:extLst>
  </p:cSld>
  <p:clrMapOvr>
    <a:masterClrMapping/>
  </p:clrMapOvr>
  <p:transition spd="med">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smtClean="0"/>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Tree>
    <p:extLst>
      <p:ext uri="{BB962C8B-B14F-4D97-AF65-F5344CB8AC3E}">
        <p14:creationId xmlns:p14="http://schemas.microsoft.com/office/powerpoint/2010/main" val="709339660"/>
      </p:ext>
    </p:extLst>
  </p:cSld>
  <p:clrMapOvr>
    <a:masterClrMapping/>
  </p:clrMapOvr>
  <p:transition spd="med">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1837378708"/>
      </p:ext>
    </p:extLst>
  </p:cSld>
  <p:clrMapOvr>
    <a:masterClrMapping/>
  </p:clrMapOvr>
  <p:transition spd="med">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792913" y="449263"/>
            <a:ext cx="2024062" cy="5846762"/>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719138" y="449263"/>
            <a:ext cx="5921375" cy="5846762"/>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3083092375"/>
      </p:ext>
    </p:extLst>
  </p:cSld>
  <p:clrMapOvr>
    <a:masterClrMapping/>
  </p:clrMapOvr>
  <p:transition spd="med">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OverObj" preserve="1">
  <p:cSld name="標題及文字在物件之上">
    <p:spTree>
      <p:nvGrpSpPr>
        <p:cNvPr id="1" name=""/>
        <p:cNvGrpSpPr/>
        <p:nvPr/>
      </p:nvGrpSpPr>
      <p:grpSpPr>
        <a:xfrm>
          <a:off x="0" y="0"/>
          <a:ext cx="0" cy="0"/>
          <a:chOff x="0" y="0"/>
          <a:chExt cx="0" cy="0"/>
        </a:xfrm>
      </p:grpSpPr>
      <p:sp>
        <p:nvSpPr>
          <p:cNvPr id="2" name="標題 1"/>
          <p:cNvSpPr>
            <a:spLocks noGrp="1"/>
          </p:cNvSpPr>
          <p:nvPr>
            <p:ph type="title"/>
          </p:nvPr>
        </p:nvSpPr>
        <p:spPr>
          <a:xfrm>
            <a:off x="1079500" y="449263"/>
            <a:ext cx="7377113" cy="900112"/>
          </a:xfrm>
        </p:spPr>
        <p:txBody>
          <a:bodyPr/>
          <a:lstStyle/>
          <a:p>
            <a:r>
              <a:rPr lang="zh-TW" altLang="en-US" smtClean="0"/>
              <a:t>按一下以編輯母片標題樣式</a:t>
            </a:r>
            <a:endParaRPr lang="zh-TW" altLang="en-US"/>
          </a:p>
        </p:txBody>
      </p:sp>
      <p:sp>
        <p:nvSpPr>
          <p:cNvPr id="3" name="文字版面配置區 2"/>
          <p:cNvSpPr>
            <a:spLocks noGrp="1"/>
          </p:cNvSpPr>
          <p:nvPr>
            <p:ph type="body" sz="half" idx="1"/>
          </p:nvPr>
        </p:nvSpPr>
        <p:spPr>
          <a:xfrm>
            <a:off x="719138" y="1438275"/>
            <a:ext cx="8097837" cy="2352675"/>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719138" y="3943350"/>
            <a:ext cx="8097837" cy="2352675"/>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3822944593"/>
      </p:ext>
    </p:extLst>
  </p:cSld>
  <p:clrMapOvr>
    <a:masterClrMapping/>
  </p:clrMapOvr>
  <p:transition spd="med">
    <p:rand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OverTx" preserve="1">
  <p:cSld name="標題，兩項物件在文字之上">
    <p:spTree>
      <p:nvGrpSpPr>
        <p:cNvPr id="1" name=""/>
        <p:cNvGrpSpPr/>
        <p:nvPr/>
      </p:nvGrpSpPr>
      <p:grpSpPr>
        <a:xfrm>
          <a:off x="0" y="0"/>
          <a:ext cx="0" cy="0"/>
          <a:chOff x="0" y="0"/>
          <a:chExt cx="0" cy="0"/>
        </a:xfrm>
      </p:grpSpPr>
      <p:sp>
        <p:nvSpPr>
          <p:cNvPr id="2" name="標題 1"/>
          <p:cNvSpPr>
            <a:spLocks noGrp="1"/>
          </p:cNvSpPr>
          <p:nvPr>
            <p:ph type="title"/>
          </p:nvPr>
        </p:nvSpPr>
        <p:spPr>
          <a:xfrm>
            <a:off x="1079500" y="449263"/>
            <a:ext cx="7377113" cy="900112"/>
          </a:xfrm>
        </p:spPr>
        <p:txBody>
          <a:bodyPr/>
          <a:lstStyle/>
          <a:p>
            <a:r>
              <a:rPr lang="zh-TW" altLang="en-US" smtClean="0"/>
              <a:t>按一下以編輯母片標題樣式</a:t>
            </a:r>
            <a:endParaRPr lang="zh-TW" altLang="en-US"/>
          </a:p>
        </p:txBody>
      </p:sp>
      <p:sp>
        <p:nvSpPr>
          <p:cNvPr id="3" name="內容版面配置區 2"/>
          <p:cNvSpPr>
            <a:spLocks noGrp="1"/>
          </p:cNvSpPr>
          <p:nvPr>
            <p:ph sz="quarter" idx="1"/>
          </p:nvPr>
        </p:nvSpPr>
        <p:spPr>
          <a:xfrm>
            <a:off x="719138" y="1438275"/>
            <a:ext cx="3971925" cy="2352675"/>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quarter" idx="2"/>
          </p:nvPr>
        </p:nvSpPr>
        <p:spPr>
          <a:xfrm>
            <a:off x="4843463" y="1438275"/>
            <a:ext cx="3973512" cy="2352675"/>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half" idx="3"/>
          </p:nvPr>
        </p:nvSpPr>
        <p:spPr>
          <a:xfrm>
            <a:off x="719138" y="3943350"/>
            <a:ext cx="8097837" cy="2352675"/>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3206036320"/>
      </p:ext>
    </p:extLst>
  </p:cSld>
  <p:clrMapOvr>
    <a:masterClrMapping/>
  </p:clrMapOvr>
  <p:transition spd="med">
    <p:rand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TW" altLang="en-US" smtClean="0"/>
              <a:t>按一下以編輯母片副標題樣式</a:t>
            </a:r>
            <a:endParaRPr lang="zh-TW" altLang="en-US"/>
          </a:p>
        </p:txBody>
      </p:sp>
    </p:spTree>
    <p:extLst>
      <p:ext uri="{BB962C8B-B14F-4D97-AF65-F5344CB8AC3E}">
        <p14:creationId xmlns:p14="http://schemas.microsoft.com/office/powerpoint/2010/main" val="40595204"/>
      </p:ext>
    </p:extLst>
  </p:cSld>
  <p:clrMapOvr>
    <a:masterClrMapping/>
  </p:clrMapOvr>
  <p:transition spd="med">
    <p:random/>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4206211972"/>
      </p:ext>
    </p:extLst>
  </p:cSld>
  <p:clrMapOvr>
    <a:masterClrMapping/>
  </p:clrMapOvr>
  <p:transition spd="med">
    <p:random/>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smtClean="0"/>
              <a:t>按一下以編輯母片文字樣式</a:t>
            </a:r>
          </a:p>
        </p:txBody>
      </p:sp>
    </p:spTree>
    <p:extLst>
      <p:ext uri="{BB962C8B-B14F-4D97-AF65-F5344CB8AC3E}">
        <p14:creationId xmlns:p14="http://schemas.microsoft.com/office/powerpoint/2010/main" val="2267867821"/>
      </p:ext>
    </p:extLst>
  </p:cSld>
  <p:clrMapOvr>
    <a:masterClrMapping/>
  </p:clrMapOvr>
  <p:transition spd="med">
    <p:random/>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719138" y="1438275"/>
            <a:ext cx="3971925" cy="48577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843463" y="1438275"/>
            <a:ext cx="3973512" cy="48577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3965570189"/>
      </p:ext>
    </p:extLst>
  </p:cSld>
  <p:clrMapOvr>
    <a:masterClrMapping/>
  </p:clrMapOvr>
  <p:transition spd="med">
    <p:random/>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4136812407"/>
      </p:ext>
    </p:extLst>
  </p:cSld>
  <p:clrMapOvr>
    <a:masterClrMapping/>
  </p:clrMapOvr>
  <p:transition spd="med">
    <p:random/>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Tree>
    <p:extLst>
      <p:ext uri="{BB962C8B-B14F-4D97-AF65-F5344CB8AC3E}">
        <p14:creationId xmlns:p14="http://schemas.microsoft.com/office/powerpoint/2010/main" val="662436379"/>
      </p:ext>
    </p:extLst>
  </p:cSld>
  <p:clrMapOvr>
    <a:masterClrMapping/>
  </p:clrMapOvr>
  <p:transition spd="med">
    <p:random/>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487593191"/>
      </p:ext>
    </p:extLst>
  </p:cSld>
  <p:clrMapOvr>
    <a:masterClrMapping/>
  </p:clrMapOvr>
  <p:transition spd="med">
    <p:random/>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Tree>
    <p:extLst>
      <p:ext uri="{BB962C8B-B14F-4D97-AF65-F5344CB8AC3E}">
        <p14:creationId xmlns:p14="http://schemas.microsoft.com/office/powerpoint/2010/main" val="4003988081"/>
      </p:ext>
    </p:extLst>
  </p:cSld>
  <p:clrMapOvr>
    <a:masterClrMapping/>
  </p:clrMapOvr>
  <p:transition spd="med">
    <p:random/>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smtClean="0"/>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Tree>
    <p:extLst>
      <p:ext uri="{BB962C8B-B14F-4D97-AF65-F5344CB8AC3E}">
        <p14:creationId xmlns:p14="http://schemas.microsoft.com/office/powerpoint/2010/main" val="2598955179"/>
      </p:ext>
    </p:extLst>
  </p:cSld>
  <p:clrMapOvr>
    <a:masterClrMapping/>
  </p:clrMapOvr>
  <p:transition spd="med">
    <p:random/>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3956304531"/>
      </p:ext>
    </p:extLst>
  </p:cSld>
  <p:clrMapOvr>
    <a:masterClrMapping/>
  </p:clrMapOvr>
  <p:transition spd="med">
    <p:random/>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792913" y="449263"/>
            <a:ext cx="2024062" cy="5846762"/>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719138" y="449263"/>
            <a:ext cx="5921375" cy="5846762"/>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1644282004"/>
      </p:ext>
    </p:extLst>
  </p:cSld>
  <p:clrMapOvr>
    <a:masterClrMapping/>
  </p:clrMapOvr>
  <p:transition spd="med">
    <p:random/>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TW" altLang="en-US" smtClean="0"/>
              <a:t>按一下以編輯母片副標題樣式</a:t>
            </a:r>
            <a:endParaRPr lang="zh-TW" altLang="en-US"/>
          </a:p>
        </p:txBody>
      </p:sp>
    </p:spTree>
    <p:extLst>
      <p:ext uri="{BB962C8B-B14F-4D97-AF65-F5344CB8AC3E}">
        <p14:creationId xmlns:p14="http://schemas.microsoft.com/office/powerpoint/2010/main" val="3862985807"/>
      </p:ext>
    </p:extLst>
  </p:cSld>
  <p:clrMapOvr>
    <a:masterClrMapping/>
  </p:clrMapOvr>
  <p:transition spd="med">
    <p:random/>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2422740163"/>
      </p:ext>
    </p:extLst>
  </p:cSld>
  <p:clrMapOvr>
    <a:masterClrMapping/>
  </p:clrMapOvr>
  <p:transition spd="med">
    <p:random/>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smtClean="0"/>
              <a:t>按一下以編輯母片文字樣式</a:t>
            </a:r>
          </a:p>
        </p:txBody>
      </p:sp>
    </p:spTree>
    <p:extLst>
      <p:ext uri="{BB962C8B-B14F-4D97-AF65-F5344CB8AC3E}">
        <p14:creationId xmlns:p14="http://schemas.microsoft.com/office/powerpoint/2010/main" val="1005107045"/>
      </p:ext>
    </p:extLst>
  </p:cSld>
  <p:clrMapOvr>
    <a:masterClrMapping/>
  </p:clrMapOvr>
  <p:transition spd="med">
    <p:random/>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719138" y="1438275"/>
            <a:ext cx="3971925" cy="48577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843463" y="1438275"/>
            <a:ext cx="3973512" cy="48577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3140159046"/>
      </p:ext>
    </p:extLst>
  </p:cSld>
  <p:clrMapOvr>
    <a:masterClrMapping/>
  </p:clrMapOvr>
  <p:transition spd="med">
    <p:random/>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3318001849"/>
      </p:ext>
    </p:extLst>
  </p:cSld>
  <p:clrMapOvr>
    <a:masterClrMapping/>
  </p:clrMapOvr>
  <p:transition spd="med">
    <p:random/>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Tree>
    <p:extLst>
      <p:ext uri="{BB962C8B-B14F-4D97-AF65-F5344CB8AC3E}">
        <p14:creationId xmlns:p14="http://schemas.microsoft.com/office/powerpoint/2010/main" val="328602791"/>
      </p:ext>
    </p:extLst>
  </p:cSld>
  <p:clrMapOvr>
    <a:masterClrMapping/>
  </p:clrMapOvr>
  <p:transition spd="med">
    <p:random/>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8688459"/>
      </p:ext>
    </p:extLst>
  </p:cSld>
  <p:clrMapOvr>
    <a:masterClrMapping/>
  </p:clrMapOvr>
  <p:transition spd="med">
    <p:random/>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Tree>
    <p:extLst>
      <p:ext uri="{BB962C8B-B14F-4D97-AF65-F5344CB8AC3E}">
        <p14:creationId xmlns:p14="http://schemas.microsoft.com/office/powerpoint/2010/main" val="4042988592"/>
      </p:ext>
    </p:extLst>
  </p:cSld>
  <p:clrMapOvr>
    <a:masterClrMapping/>
  </p:clrMapOvr>
  <p:transition spd="med">
    <p:random/>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smtClean="0"/>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Tree>
    <p:extLst>
      <p:ext uri="{BB962C8B-B14F-4D97-AF65-F5344CB8AC3E}">
        <p14:creationId xmlns:p14="http://schemas.microsoft.com/office/powerpoint/2010/main" val="1850381657"/>
      </p:ext>
    </p:extLst>
  </p:cSld>
  <p:clrMapOvr>
    <a:masterClrMapping/>
  </p:clrMapOvr>
  <p:transition spd="med">
    <p:random/>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3902084466"/>
      </p:ext>
    </p:extLst>
  </p:cSld>
  <p:clrMapOvr>
    <a:masterClrMapping/>
  </p:clrMapOvr>
  <p:transition spd="med">
    <p:random/>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792913" y="449263"/>
            <a:ext cx="2024062" cy="5846762"/>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719138" y="449263"/>
            <a:ext cx="5921375" cy="5846762"/>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3093653749"/>
      </p:ext>
    </p:extLst>
  </p:cSld>
  <p:clrMapOvr>
    <a:masterClrMapping/>
  </p:clrMapOvr>
  <p:transition spd="med">
    <p:random/>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TW" altLang="en-US" smtClean="0"/>
              <a:t>按一下以編輯母片副標題樣式</a:t>
            </a:r>
            <a:endParaRPr lang="zh-TW" altLang="en-US"/>
          </a:p>
        </p:txBody>
      </p:sp>
    </p:spTree>
    <p:extLst>
      <p:ext uri="{BB962C8B-B14F-4D97-AF65-F5344CB8AC3E}">
        <p14:creationId xmlns:p14="http://schemas.microsoft.com/office/powerpoint/2010/main" val="2027002423"/>
      </p:ext>
    </p:extLst>
  </p:cSld>
  <p:clrMapOvr>
    <a:masterClrMapping/>
  </p:clrMapOvr>
  <p:transition spd="med">
    <p:random/>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3969030191"/>
      </p:ext>
    </p:extLst>
  </p:cSld>
  <p:clrMapOvr>
    <a:masterClrMapping/>
  </p:clrMapOvr>
  <p:transition spd="med">
    <p:random/>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smtClean="0"/>
              <a:t>按一下以編輯母片文字樣式</a:t>
            </a:r>
          </a:p>
        </p:txBody>
      </p:sp>
    </p:spTree>
    <p:extLst>
      <p:ext uri="{BB962C8B-B14F-4D97-AF65-F5344CB8AC3E}">
        <p14:creationId xmlns:p14="http://schemas.microsoft.com/office/powerpoint/2010/main" val="2121646260"/>
      </p:ext>
    </p:extLst>
  </p:cSld>
  <p:clrMapOvr>
    <a:masterClrMapping/>
  </p:clrMapOvr>
  <p:transition spd="med">
    <p:random/>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719138" y="1438275"/>
            <a:ext cx="3971925" cy="48577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843463" y="1438275"/>
            <a:ext cx="3973512" cy="48577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2708814837"/>
      </p:ext>
    </p:extLst>
  </p:cSld>
  <p:clrMapOvr>
    <a:masterClrMapping/>
  </p:clrMapOvr>
  <p:transition spd="med">
    <p:random/>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740306450"/>
      </p:ext>
    </p:extLst>
  </p:cSld>
  <p:clrMapOvr>
    <a:masterClrMapping/>
  </p:clrMapOvr>
  <p:transition spd="med">
    <p:random/>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Tree>
    <p:extLst>
      <p:ext uri="{BB962C8B-B14F-4D97-AF65-F5344CB8AC3E}">
        <p14:creationId xmlns:p14="http://schemas.microsoft.com/office/powerpoint/2010/main" val="554569070"/>
      </p:ext>
    </p:extLst>
  </p:cSld>
  <p:clrMapOvr>
    <a:masterClrMapping/>
  </p:clrMapOvr>
  <p:transition spd="med">
    <p:random/>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743901841"/>
      </p:ext>
    </p:extLst>
  </p:cSld>
  <p:clrMapOvr>
    <a:masterClrMapping/>
  </p:clrMapOvr>
  <p:transition spd="med">
    <p:random/>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Tree>
    <p:extLst>
      <p:ext uri="{BB962C8B-B14F-4D97-AF65-F5344CB8AC3E}">
        <p14:creationId xmlns:p14="http://schemas.microsoft.com/office/powerpoint/2010/main" val="2545558214"/>
      </p:ext>
    </p:extLst>
  </p:cSld>
  <p:clrMapOvr>
    <a:masterClrMapping/>
  </p:clrMapOvr>
  <p:transition spd="med">
    <p:random/>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smtClean="0"/>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Tree>
    <p:extLst>
      <p:ext uri="{BB962C8B-B14F-4D97-AF65-F5344CB8AC3E}">
        <p14:creationId xmlns:p14="http://schemas.microsoft.com/office/powerpoint/2010/main" val="762579478"/>
      </p:ext>
    </p:extLst>
  </p:cSld>
  <p:clrMapOvr>
    <a:masterClrMapping/>
  </p:clrMapOvr>
  <p:transition spd="med">
    <p:random/>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3515545431"/>
      </p:ext>
    </p:extLst>
  </p:cSld>
  <p:clrMapOvr>
    <a:masterClrMapping/>
  </p:clrMapOvr>
  <p:transition spd="med">
    <p:random/>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792913" y="449263"/>
            <a:ext cx="2024062" cy="5846762"/>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719138" y="449263"/>
            <a:ext cx="5921375" cy="5846762"/>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128536308"/>
      </p:ext>
    </p:extLst>
  </p:cSld>
  <p:clrMapOvr>
    <a:masterClrMapping/>
  </p:clrMapOvr>
  <p:transition spd="med">
    <p:random/>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TW" altLang="en-US" smtClean="0"/>
              <a:t>按一下以編輯母片副標題樣式</a:t>
            </a:r>
            <a:endParaRPr lang="zh-TW" altLang="en-US"/>
          </a:p>
        </p:txBody>
      </p:sp>
    </p:spTree>
    <p:extLst>
      <p:ext uri="{BB962C8B-B14F-4D97-AF65-F5344CB8AC3E}">
        <p14:creationId xmlns:p14="http://schemas.microsoft.com/office/powerpoint/2010/main" val="1504400311"/>
      </p:ext>
    </p:extLst>
  </p:cSld>
  <p:clrMapOvr>
    <a:masterClrMapping/>
  </p:clrMapOvr>
  <p:transition spd="med">
    <p:random/>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3118899704"/>
      </p:ext>
    </p:extLst>
  </p:cSld>
  <p:clrMapOvr>
    <a:masterClrMapping/>
  </p:clrMapOvr>
  <p:transition spd="med">
    <p:random/>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smtClean="0"/>
              <a:t>按一下以編輯母片文字樣式</a:t>
            </a:r>
          </a:p>
        </p:txBody>
      </p:sp>
    </p:spTree>
    <p:extLst>
      <p:ext uri="{BB962C8B-B14F-4D97-AF65-F5344CB8AC3E}">
        <p14:creationId xmlns:p14="http://schemas.microsoft.com/office/powerpoint/2010/main" val="3403836614"/>
      </p:ext>
    </p:extLst>
  </p:cSld>
  <p:clrMapOvr>
    <a:masterClrMapping/>
  </p:clrMapOvr>
  <p:transition spd="med">
    <p:random/>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719138" y="1438275"/>
            <a:ext cx="3971925" cy="48577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843463" y="1438275"/>
            <a:ext cx="3973512" cy="48577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2319836023"/>
      </p:ext>
    </p:extLst>
  </p:cSld>
  <p:clrMapOvr>
    <a:masterClrMapping/>
  </p:clrMapOvr>
  <p:transition spd="med">
    <p:random/>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1105469503"/>
      </p:ext>
    </p:extLst>
  </p:cSld>
  <p:clrMapOvr>
    <a:masterClrMapping/>
  </p:clrMapOvr>
  <p:transition spd="med">
    <p:random/>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Tree>
    <p:extLst>
      <p:ext uri="{BB962C8B-B14F-4D97-AF65-F5344CB8AC3E}">
        <p14:creationId xmlns:p14="http://schemas.microsoft.com/office/powerpoint/2010/main" val="265827084"/>
      </p:ext>
    </p:extLst>
  </p:cSld>
  <p:clrMapOvr>
    <a:masterClrMapping/>
  </p:clrMapOvr>
  <p:transition spd="med">
    <p:random/>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9059987"/>
      </p:ext>
    </p:extLst>
  </p:cSld>
  <p:clrMapOvr>
    <a:masterClrMapping/>
  </p:clrMapOvr>
  <p:transition spd="med">
    <p:random/>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Tree>
    <p:extLst>
      <p:ext uri="{BB962C8B-B14F-4D97-AF65-F5344CB8AC3E}">
        <p14:creationId xmlns:p14="http://schemas.microsoft.com/office/powerpoint/2010/main" val="1510063063"/>
      </p:ext>
    </p:extLst>
  </p:cSld>
  <p:clrMapOvr>
    <a:masterClrMapping/>
  </p:clrMapOvr>
  <p:transition spd="med">
    <p:random/>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smtClean="0"/>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Tree>
    <p:extLst>
      <p:ext uri="{BB962C8B-B14F-4D97-AF65-F5344CB8AC3E}">
        <p14:creationId xmlns:p14="http://schemas.microsoft.com/office/powerpoint/2010/main" val="3424852719"/>
      </p:ext>
    </p:extLst>
  </p:cSld>
  <p:clrMapOvr>
    <a:masterClrMapping/>
  </p:clrMapOvr>
  <p:transition spd="med">
    <p:random/>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1501347660"/>
      </p:ext>
    </p:extLst>
  </p:cSld>
  <p:clrMapOvr>
    <a:masterClrMapping/>
  </p:clrMapOvr>
  <p:transition spd="med">
    <p:random/>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792913" y="449263"/>
            <a:ext cx="2024062" cy="5846762"/>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719138" y="449263"/>
            <a:ext cx="5921375" cy="5846762"/>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1676310795"/>
      </p:ext>
    </p:extLst>
  </p:cSld>
  <p:clrMapOvr>
    <a:masterClrMapping/>
  </p:clrMapOvr>
  <p:transition spd="med">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image" Target="../media/image1.pn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image" Target="../media/image1.png"/><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image" Target="../media/image1.png"/><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theme" Target="../theme/theme4.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image" Target="../media/image2.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image" Target="../media/image1.png"/><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theme" Target="../theme/theme5.xml"/><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0" Type="http://schemas.openxmlformats.org/officeDocument/2006/relationships/slideLayout" Target="../slideLayouts/slideLayout56.xml"/><Relationship Id="rId4" Type="http://schemas.openxmlformats.org/officeDocument/2006/relationships/slideLayout" Target="../slideLayouts/slideLayout50.xml"/><Relationship Id="rId9" Type="http://schemas.openxmlformats.org/officeDocument/2006/relationships/slideLayout" Target="../slideLayouts/slideLayout55.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5"/>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079500" y="449263"/>
            <a:ext cx="7377113" cy="900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2075" tIns="46038" rIns="92075" bIns="46038" numCol="1" anchor="ctr" anchorCtr="0" compatLnSpc="1">
            <a:prstTxWarp prst="textNoShape">
              <a:avLst/>
            </a:prstTxWarp>
          </a:bodyPr>
          <a:lstStyle/>
          <a:p>
            <a:pPr lvl="0"/>
            <a:r>
              <a:rPr lang="zh-TW" altLang="en-US" smtClean="0"/>
              <a:t>按一下以編輯母片標題樣式</a:t>
            </a:r>
          </a:p>
        </p:txBody>
      </p:sp>
      <p:sp>
        <p:nvSpPr>
          <p:cNvPr id="1027" name="Rectangle 3"/>
          <p:cNvSpPr>
            <a:spLocks noGrp="1" noChangeArrowheads="1"/>
          </p:cNvSpPr>
          <p:nvPr>
            <p:ph type="body" idx="1"/>
          </p:nvPr>
        </p:nvSpPr>
        <p:spPr bwMode="auto">
          <a:xfrm>
            <a:off x="719138" y="1438275"/>
            <a:ext cx="8097837" cy="4857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2075" tIns="46038" rIns="92075" bIns="46038" numCol="1" anchor="t" anchorCtr="0" compatLnSpc="1">
            <a:prstTxWarp prst="textNoShape">
              <a:avLst/>
            </a:prstTxWarp>
          </a:bodyPr>
          <a:lstStyle/>
          <a:p>
            <a:pPr lvl="0"/>
            <a:r>
              <a:rPr lang="zh-TW" altLang="en-US" smtClean="0"/>
              <a:t>按一下以編輯母片本文樣式</a:t>
            </a:r>
          </a:p>
          <a:p>
            <a:pPr lvl="1"/>
            <a:r>
              <a:rPr lang="zh-TW" altLang="en-US" smtClean="0"/>
              <a:t>第二階層</a:t>
            </a:r>
          </a:p>
          <a:p>
            <a:pPr lvl="2"/>
            <a:r>
              <a:rPr lang="zh-TW" altLang="en-US" smtClean="0"/>
              <a:t>第三階層</a:t>
            </a:r>
          </a:p>
          <a:p>
            <a:pPr lvl="3"/>
            <a:r>
              <a:rPr lang="zh-TW" altLang="en-US" smtClean="0"/>
              <a:t>第四階層</a:t>
            </a:r>
          </a:p>
          <a:p>
            <a:pPr lvl="4"/>
            <a:r>
              <a:rPr lang="zh-TW" altLang="en-US" smtClean="0"/>
              <a:t>第五階層</a:t>
            </a:r>
          </a:p>
        </p:txBody>
      </p:sp>
      <p:pic>
        <p:nvPicPr>
          <p:cNvPr id="1028" name="Picture 4" descr="資訊科技_bg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443038" y="1349375"/>
            <a:ext cx="6651625" cy="10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9" name="Text Box 5"/>
          <p:cNvSpPr txBox="1">
            <a:spLocks noChangeArrowheads="1"/>
          </p:cNvSpPr>
          <p:nvPr/>
        </p:nvSpPr>
        <p:spPr bwMode="auto">
          <a:xfrm>
            <a:off x="250825" y="0"/>
            <a:ext cx="446881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rIns="0" anchor="ctr"/>
          <a:lstStyle>
            <a:lvl1pPr>
              <a:defRPr sz="2400">
                <a:solidFill>
                  <a:schemeClr val="tx1"/>
                </a:solidFill>
                <a:latin typeface="Times New Roman" pitchFamily="18" charset="0"/>
                <a:ea typeface="新細明體" pitchFamily="18" charset="-120"/>
              </a:defRPr>
            </a:lvl1pPr>
            <a:lvl2pPr marL="742950" indent="-285750">
              <a:defRPr sz="2400">
                <a:solidFill>
                  <a:schemeClr val="tx1"/>
                </a:solidFill>
                <a:latin typeface="Times New Roman" pitchFamily="18" charset="0"/>
                <a:ea typeface="新細明體" pitchFamily="18" charset="-120"/>
              </a:defRPr>
            </a:lvl2pPr>
            <a:lvl3pPr marL="1143000" indent="-228600">
              <a:defRPr sz="2400">
                <a:solidFill>
                  <a:schemeClr val="tx1"/>
                </a:solidFill>
                <a:latin typeface="Times New Roman" pitchFamily="18" charset="0"/>
                <a:ea typeface="新細明體" pitchFamily="18" charset="-120"/>
              </a:defRPr>
            </a:lvl3pPr>
            <a:lvl4pPr marL="1600200" indent="-228600">
              <a:defRPr sz="2400">
                <a:solidFill>
                  <a:schemeClr val="tx1"/>
                </a:solidFill>
                <a:latin typeface="Times New Roman" pitchFamily="18" charset="0"/>
                <a:ea typeface="新細明體" pitchFamily="18" charset="-120"/>
              </a:defRPr>
            </a:lvl4pPr>
            <a:lvl5pPr marL="2057400" indent="-22860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r>
              <a:rPr kumimoji="1" lang="zh-TW" altLang="en-US" sz="1600">
                <a:latin typeface="Arial" charset="0"/>
              </a:rPr>
              <a:t>系統分析與設計</a:t>
            </a:r>
            <a:r>
              <a:rPr kumimoji="1" lang="zh-TW" altLang="en-US" sz="1200">
                <a:latin typeface="Arial" charset="0"/>
              </a:rPr>
              <a:t>理論與實務應用(七版)   吳仁和、林信惠 著</a:t>
            </a:r>
          </a:p>
        </p:txBody>
      </p:sp>
      <p:sp>
        <p:nvSpPr>
          <p:cNvPr id="1030" name="Text Box 4"/>
          <p:cNvSpPr txBox="1">
            <a:spLocks noChangeArrowheads="1"/>
          </p:cNvSpPr>
          <p:nvPr userDrawn="1"/>
        </p:nvSpPr>
        <p:spPr bwMode="auto">
          <a:xfrm>
            <a:off x="6011863" y="0"/>
            <a:ext cx="287972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a:tailEnd/>
              </a14:hiddenLine>
            </a:ext>
          </a:extLst>
        </p:spPr>
        <p:txBody>
          <a:bodyPr anchor="ctr"/>
          <a:lstStyle>
            <a:lvl1pPr>
              <a:defRPr sz="2400">
                <a:solidFill>
                  <a:schemeClr val="tx1"/>
                </a:solidFill>
                <a:latin typeface="Times New Roman" pitchFamily="18" charset="0"/>
                <a:ea typeface="新細明體" pitchFamily="18" charset="-120"/>
              </a:defRPr>
            </a:lvl1pPr>
            <a:lvl2pPr marL="742950" indent="-285750">
              <a:defRPr sz="2400">
                <a:solidFill>
                  <a:schemeClr val="tx1"/>
                </a:solidFill>
                <a:latin typeface="Times New Roman" pitchFamily="18" charset="0"/>
                <a:ea typeface="新細明體" pitchFamily="18" charset="-120"/>
              </a:defRPr>
            </a:lvl2pPr>
            <a:lvl3pPr marL="1143000" indent="-228600">
              <a:defRPr sz="2400">
                <a:solidFill>
                  <a:schemeClr val="tx1"/>
                </a:solidFill>
                <a:latin typeface="Times New Roman" pitchFamily="18" charset="0"/>
                <a:ea typeface="新細明體" pitchFamily="18" charset="-120"/>
              </a:defRPr>
            </a:lvl3pPr>
            <a:lvl4pPr marL="1600200" indent="-228600">
              <a:defRPr sz="2400">
                <a:solidFill>
                  <a:schemeClr val="tx1"/>
                </a:solidFill>
                <a:latin typeface="Times New Roman" pitchFamily="18" charset="0"/>
                <a:ea typeface="新細明體" pitchFamily="18" charset="-120"/>
              </a:defRPr>
            </a:lvl4pPr>
            <a:lvl5pPr marL="2057400" indent="-22860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algn="r"/>
            <a:r>
              <a:rPr kumimoji="1" lang="en-US" altLang="zh-TW" sz="1400">
                <a:ea typeface="華康特粗明體" pitchFamily="49" charset="-120"/>
              </a:rPr>
              <a:t>ISBN 9789575113094</a:t>
            </a:r>
          </a:p>
        </p:txBody>
      </p:sp>
    </p:spTree>
  </p:cSld>
  <p:clrMap bg1="dk2" tx1="lt1" bg2="dk1" tx2="lt2" accent1="accent1" accent2="accent2" accent3="accent3" accent4="accent4" accent5="accent5" accent6="accent6" hlink="hlink" folHlink="folHlink"/>
  <p:sldLayoutIdLst>
    <p:sldLayoutId id="2147483875" r:id="rId1"/>
    <p:sldLayoutId id="2147483819" r:id="rId2"/>
    <p:sldLayoutId id="2147483820" r:id="rId3"/>
    <p:sldLayoutId id="2147483821" r:id="rId4"/>
    <p:sldLayoutId id="2147483822" r:id="rId5"/>
    <p:sldLayoutId id="2147483823" r:id="rId6"/>
    <p:sldLayoutId id="2147483824" r:id="rId7"/>
    <p:sldLayoutId id="2147483825" r:id="rId8"/>
    <p:sldLayoutId id="2147483826" r:id="rId9"/>
    <p:sldLayoutId id="2147483827" r:id="rId10"/>
    <p:sldLayoutId id="2147483828" r:id="rId11"/>
    <p:sldLayoutId id="2147483829" r:id="rId12"/>
    <p:sldLayoutId id="2147483830" r:id="rId13"/>
  </p:sldLayoutIdLst>
  <p:transition spd="med">
    <p:random/>
  </p:transition>
  <p:txStyles>
    <p:titleStyle>
      <a:lvl1pPr algn="ctr" rtl="0" eaLnBrk="0" fontAlgn="base" hangingPunct="0">
        <a:spcBef>
          <a:spcPct val="0"/>
        </a:spcBef>
        <a:spcAft>
          <a:spcPct val="0"/>
        </a:spcAft>
        <a:defRPr kumimoji="1" sz="3200">
          <a:solidFill>
            <a:srgbClr val="0E3384"/>
          </a:solidFill>
          <a:latin typeface="+mj-lt"/>
          <a:ea typeface="+mj-ea"/>
          <a:cs typeface="+mj-cs"/>
        </a:defRPr>
      </a:lvl1pPr>
      <a:lvl2pPr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2pPr>
      <a:lvl3pPr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3pPr>
      <a:lvl4pPr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4pPr>
      <a:lvl5pPr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5pPr>
      <a:lvl6pPr marL="457200" algn="ctr" rtl="0" fontAlgn="base" hangingPunct="0">
        <a:spcBef>
          <a:spcPct val="0"/>
        </a:spcBef>
        <a:spcAft>
          <a:spcPct val="0"/>
        </a:spcAft>
        <a:defRPr kumimoji="1" sz="3200">
          <a:solidFill>
            <a:srgbClr val="0E3384"/>
          </a:solidFill>
          <a:latin typeface="Times New Roman" pitchFamily="18" charset="0"/>
          <a:ea typeface="華康特粗明體" pitchFamily="49" charset="-120"/>
        </a:defRPr>
      </a:lvl6pPr>
      <a:lvl7pPr marL="914400" algn="ctr" rtl="0" fontAlgn="base" hangingPunct="0">
        <a:spcBef>
          <a:spcPct val="0"/>
        </a:spcBef>
        <a:spcAft>
          <a:spcPct val="0"/>
        </a:spcAft>
        <a:defRPr kumimoji="1" sz="3200">
          <a:solidFill>
            <a:srgbClr val="0E3384"/>
          </a:solidFill>
          <a:latin typeface="Times New Roman" pitchFamily="18" charset="0"/>
          <a:ea typeface="華康特粗明體" pitchFamily="49" charset="-120"/>
        </a:defRPr>
      </a:lvl7pPr>
      <a:lvl8pPr marL="1371600" algn="ctr" rtl="0" fontAlgn="base" hangingPunct="0">
        <a:spcBef>
          <a:spcPct val="0"/>
        </a:spcBef>
        <a:spcAft>
          <a:spcPct val="0"/>
        </a:spcAft>
        <a:defRPr kumimoji="1" sz="3200">
          <a:solidFill>
            <a:srgbClr val="0E3384"/>
          </a:solidFill>
          <a:latin typeface="Times New Roman" pitchFamily="18" charset="0"/>
          <a:ea typeface="華康特粗明體" pitchFamily="49" charset="-120"/>
        </a:defRPr>
      </a:lvl8pPr>
      <a:lvl9pPr marL="1828800" algn="ctr" rtl="0" fontAlgn="base" hangingPunct="0">
        <a:spcBef>
          <a:spcPct val="0"/>
        </a:spcBef>
        <a:spcAft>
          <a:spcPct val="0"/>
        </a:spcAft>
        <a:defRPr kumimoji="1" sz="3200">
          <a:solidFill>
            <a:srgbClr val="0E3384"/>
          </a:solidFill>
          <a:latin typeface="Times New Roman" pitchFamily="18" charset="0"/>
          <a:ea typeface="華康特粗明體" pitchFamily="49" charset="-120"/>
        </a:defRPr>
      </a:lvl9pPr>
    </p:titleStyle>
    <p:bodyStyle>
      <a:lvl1pPr marL="342900" indent="-342900" algn="just" rtl="0" eaLnBrk="0" fontAlgn="base" hangingPunct="0">
        <a:lnSpc>
          <a:spcPct val="120000"/>
        </a:lnSpc>
        <a:spcBef>
          <a:spcPct val="20000"/>
        </a:spcBef>
        <a:spcAft>
          <a:spcPct val="0"/>
        </a:spcAft>
        <a:buFont typeface="Wingdings" pitchFamily="2" charset="2"/>
        <a:buChar char="q"/>
        <a:defRPr kumimoji="1" sz="2200">
          <a:solidFill>
            <a:schemeClr val="bg2"/>
          </a:solidFill>
          <a:latin typeface="+mn-lt"/>
          <a:ea typeface="+mn-ea"/>
          <a:cs typeface="+mn-cs"/>
        </a:defRPr>
      </a:lvl1pPr>
      <a:lvl2pPr marL="742950" indent="-285750" algn="just" rtl="0" eaLnBrk="0" fontAlgn="base" hangingPunct="0">
        <a:lnSpc>
          <a:spcPct val="120000"/>
        </a:lnSpc>
        <a:spcBef>
          <a:spcPct val="20000"/>
        </a:spcBef>
        <a:spcAft>
          <a:spcPct val="0"/>
        </a:spcAft>
        <a:buFont typeface="Wingdings" pitchFamily="2" charset="2"/>
        <a:buChar char="l"/>
        <a:defRPr kumimoji="1" sz="2200">
          <a:solidFill>
            <a:schemeClr val="bg2"/>
          </a:solidFill>
          <a:latin typeface="+mn-lt"/>
          <a:ea typeface="+mn-ea"/>
        </a:defRPr>
      </a:lvl2pPr>
      <a:lvl3pPr marL="1143000" indent="-228600" algn="just" rtl="0" eaLnBrk="0" fontAlgn="base" hangingPunct="0">
        <a:lnSpc>
          <a:spcPct val="120000"/>
        </a:lnSpc>
        <a:spcBef>
          <a:spcPct val="20000"/>
        </a:spcBef>
        <a:spcAft>
          <a:spcPct val="0"/>
        </a:spcAft>
        <a:buChar char="–"/>
        <a:defRPr kumimoji="1" sz="2200">
          <a:solidFill>
            <a:schemeClr val="bg2"/>
          </a:solidFill>
          <a:latin typeface="+mn-lt"/>
          <a:ea typeface="+mn-ea"/>
        </a:defRPr>
      </a:lvl3pPr>
      <a:lvl4pPr marL="1600200" indent="-228600" algn="just" rtl="0" eaLnBrk="0" fontAlgn="base" hangingPunct="0">
        <a:lnSpc>
          <a:spcPct val="120000"/>
        </a:lnSpc>
        <a:spcBef>
          <a:spcPct val="20000"/>
        </a:spcBef>
        <a:spcAft>
          <a:spcPct val="0"/>
        </a:spcAft>
        <a:buFont typeface="Wingdings" pitchFamily="2" charset="2"/>
        <a:buChar char="§"/>
        <a:defRPr kumimoji="1" sz="2200">
          <a:solidFill>
            <a:schemeClr val="bg2"/>
          </a:solidFill>
          <a:latin typeface="+mn-lt"/>
          <a:ea typeface="+mn-ea"/>
        </a:defRPr>
      </a:lvl4pPr>
      <a:lvl5pPr marL="2057400" indent="-228600" algn="just" rtl="0" eaLnBrk="0" fontAlgn="base" hangingPunct="0">
        <a:lnSpc>
          <a:spcPct val="120000"/>
        </a:lnSpc>
        <a:spcBef>
          <a:spcPct val="20000"/>
        </a:spcBef>
        <a:spcAft>
          <a:spcPct val="0"/>
        </a:spcAft>
        <a:buChar char="•"/>
        <a:defRPr kumimoji="1" sz="2200">
          <a:solidFill>
            <a:schemeClr val="bg2"/>
          </a:solidFill>
          <a:latin typeface="+mn-lt"/>
          <a:ea typeface="+mn-ea"/>
        </a:defRPr>
      </a:lvl5pPr>
      <a:lvl6pPr marL="2514600" indent="-228600" algn="just" rtl="0" fontAlgn="base" hangingPunct="0">
        <a:lnSpc>
          <a:spcPct val="120000"/>
        </a:lnSpc>
        <a:spcBef>
          <a:spcPct val="20000"/>
        </a:spcBef>
        <a:spcAft>
          <a:spcPct val="0"/>
        </a:spcAft>
        <a:buChar char="•"/>
        <a:defRPr kumimoji="1" sz="2200">
          <a:solidFill>
            <a:schemeClr val="bg2"/>
          </a:solidFill>
          <a:latin typeface="+mn-lt"/>
          <a:ea typeface="+mn-ea"/>
        </a:defRPr>
      </a:lvl6pPr>
      <a:lvl7pPr marL="2971800" indent="-228600" algn="just" rtl="0" fontAlgn="base" hangingPunct="0">
        <a:lnSpc>
          <a:spcPct val="120000"/>
        </a:lnSpc>
        <a:spcBef>
          <a:spcPct val="20000"/>
        </a:spcBef>
        <a:spcAft>
          <a:spcPct val="0"/>
        </a:spcAft>
        <a:buChar char="•"/>
        <a:defRPr kumimoji="1" sz="2200">
          <a:solidFill>
            <a:schemeClr val="bg2"/>
          </a:solidFill>
          <a:latin typeface="+mn-lt"/>
          <a:ea typeface="+mn-ea"/>
        </a:defRPr>
      </a:lvl7pPr>
      <a:lvl8pPr marL="3429000" indent="-228600" algn="just" rtl="0" fontAlgn="base" hangingPunct="0">
        <a:lnSpc>
          <a:spcPct val="120000"/>
        </a:lnSpc>
        <a:spcBef>
          <a:spcPct val="20000"/>
        </a:spcBef>
        <a:spcAft>
          <a:spcPct val="0"/>
        </a:spcAft>
        <a:buChar char="•"/>
        <a:defRPr kumimoji="1" sz="2200">
          <a:solidFill>
            <a:schemeClr val="bg2"/>
          </a:solidFill>
          <a:latin typeface="+mn-lt"/>
          <a:ea typeface="+mn-ea"/>
        </a:defRPr>
      </a:lvl8pPr>
      <a:lvl9pPr marL="3886200" indent="-228600" algn="just" rtl="0" fontAlgn="base" hangingPunct="0">
        <a:lnSpc>
          <a:spcPct val="120000"/>
        </a:lnSpc>
        <a:spcBef>
          <a:spcPct val="20000"/>
        </a:spcBef>
        <a:spcAft>
          <a:spcPct val="0"/>
        </a:spcAft>
        <a:buChar char="•"/>
        <a:defRPr kumimoji="1" sz="2200">
          <a:solidFill>
            <a:schemeClr val="bg2"/>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1079500" y="449263"/>
            <a:ext cx="7377113" cy="9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zh-TW" altLang="en-US" smtClean="0"/>
              <a:t>按一下以編輯母片標題樣式</a:t>
            </a:r>
          </a:p>
        </p:txBody>
      </p:sp>
      <p:sp>
        <p:nvSpPr>
          <p:cNvPr id="2051" name="Rectangle 3"/>
          <p:cNvSpPr>
            <a:spLocks noGrp="1" noChangeArrowheads="1"/>
          </p:cNvSpPr>
          <p:nvPr>
            <p:ph type="body" idx="1"/>
          </p:nvPr>
        </p:nvSpPr>
        <p:spPr bwMode="auto">
          <a:xfrm>
            <a:off x="719138" y="1438275"/>
            <a:ext cx="8097837" cy="485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zh-TW" altLang="en-US" smtClean="0"/>
              <a:t>按一下以編輯母片本文樣式</a:t>
            </a:r>
          </a:p>
          <a:p>
            <a:pPr lvl="1"/>
            <a:r>
              <a:rPr lang="zh-TW" altLang="en-US" smtClean="0"/>
              <a:t>第二階層</a:t>
            </a:r>
          </a:p>
          <a:p>
            <a:pPr lvl="2"/>
            <a:r>
              <a:rPr lang="zh-TW" altLang="en-US" smtClean="0"/>
              <a:t>第三階層</a:t>
            </a:r>
          </a:p>
          <a:p>
            <a:pPr lvl="3"/>
            <a:r>
              <a:rPr lang="zh-TW" altLang="en-US" smtClean="0"/>
              <a:t>第四階層</a:t>
            </a:r>
          </a:p>
          <a:p>
            <a:pPr lvl="4"/>
            <a:r>
              <a:rPr lang="zh-TW" altLang="en-US" smtClean="0"/>
              <a:t>第五階層</a:t>
            </a:r>
          </a:p>
        </p:txBody>
      </p:sp>
      <p:pic>
        <p:nvPicPr>
          <p:cNvPr id="2052" name="Picture 6" descr="資訊科技_bg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443038" y="1349375"/>
            <a:ext cx="6651625" cy="10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3" name="Text Box 5"/>
          <p:cNvSpPr txBox="1">
            <a:spLocks noChangeArrowheads="1"/>
          </p:cNvSpPr>
          <p:nvPr/>
        </p:nvSpPr>
        <p:spPr bwMode="auto">
          <a:xfrm>
            <a:off x="250825" y="0"/>
            <a:ext cx="446881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rIns="0" anchor="ctr"/>
          <a:lstStyle>
            <a:lvl1pPr>
              <a:defRPr sz="2400">
                <a:solidFill>
                  <a:schemeClr val="tx1"/>
                </a:solidFill>
                <a:latin typeface="Times New Roman" pitchFamily="18" charset="0"/>
                <a:ea typeface="新細明體" pitchFamily="18" charset="-120"/>
              </a:defRPr>
            </a:lvl1pPr>
            <a:lvl2pPr marL="742950" indent="-285750">
              <a:defRPr sz="2400">
                <a:solidFill>
                  <a:schemeClr val="tx1"/>
                </a:solidFill>
                <a:latin typeface="Times New Roman" pitchFamily="18" charset="0"/>
                <a:ea typeface="新細明體" pitchFamily="18" charset="-120"/>
              </a:defRPr>
            </a:lvl2pPr>
            <a:lvl3pPr marL="1143000" indent="-228600">
              <a:defRPr sz="2400">
                <a:solidFill>
                  <a:schemeClr val="tx1"/>
                </a:solidFill>
                <a:latin typeface="Times New Roman" pitchFamily="18" charset="0"/>
                <a:ea typeface="新細明體" pitchFamily="18" charset="-120"/>
              </a:defRPr>
            </a:lvl3pPr>
            <a:lvl4pPr marL="1600200" indent="-228600">
              <a:defRPr sz="2400">
                <a:solidFill>
                  <a:schemeClr val="tx1"/>
                </a:solidFill>
                <a:latin typeface="Times New Roman" pitchFamily="18" charset="0"/>
                <a:ea typeface="新細明體" pitchFamily="18" charset="-120"/>
              </a:defRPr>
            </a:lvl4pPr>
            <a:lvl5pPr marL="2057400" indent="-22860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r>
              <a:rPr kumimoji="1" lang="zh-TW" altLang="en-US" sz="1600">
                <a:latin typeface="Arial" charset="0"/>
              </a:rPr>
              <a:t>系統分析與設計</a:t>
            </a:r>
            <a:r>
              <a:rPr kumimoji="1" lang="zh-TW" altLang="en-US" sz="1200">
                <a:latin typeface="Arial" charset="0"/>
              </a:rPr>
              <a:t>理論與實務應用(七版)   吳仁和、林信惠 著</a:t>
            </a:r>
          </a:p>
        </p:txBody>
      </p:sp>
      <p:sp>
        <p:nvSpPr>
          <p:cNvPr id="2054" name="Text Box 4"/>
          <p:cNvSpPr txBox="1">
            <a:spLocks noChangeArrowheads="1"/>
          </p:cNvSpPr>
          <p:nvPr userDrawn="1"/>
        </p:nvSpPr>
        <p:spPr bwMode="auto">
          <a:xfrm>
            <a:off x="6011863" y="0"/>
            <a:ext cx="287972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a:tailEnd/>
              </a14:hiddenLine>
            </a:ext>
          </a:extLst>
        </p:spPr>
        <p:txBody>
          <a:bodyPr anchor="ctr"/>
          <a:lstStyle>
            <a:lvl1pPr>
              <a:defRPr sz="2400">
                <a:solidFill>
                  <a:schemeClr val="tx1"/>
                </a:solidFill>
                <a:latin typeface="Times New Roman" pitchFamily="18" charset="0"/>
                <a:ea typeface="新細明體" pitchFamily="18" charset="-120"/>
              </a:defRPr>
            </a:lvl1pPr>
            <a:lvl2pPr marL="742950" indent="-285750">
              <a:defRPr sz="2400">
                <a:solidFill>
                  <a:schemeClr val="tx1"/>
                </a:solidFill>
                <a:latin typeface="Times New Roman" pitchFamily="18" charset="0"/>
                <a:ea typeface="新細明體" pitchFamily="18" charset="-120"/>
              </a:defRPr>
            </a:lvl2pPr>
            <a:lvl3pPr marL="1143000" indent="-228600">
              <a:defRPr sz="2400">
                <a:solidFill>
                  <a:schemeClr val="tx1"/>
                </a:solidFill>
                <a:latin typeface="Times New Roman" pitchFamily="18" charset="0"/>
                <a:ea typeface="新細明體" pitchFamily="18" charset="-120"/>
              </a:defRPr>
            </a:lvl3pPr>
            <a:lvl4pPr marL="1600200" indent="-228600">
              <a:defRPr sz="2400">
                <a:solidFill>
                  <a:schemeClr val="tx1"/>
                </a:solidFill>
                <a:latin typeface="Times New Roman" pitchFamily="18" charset="0"/>
                <a:ea typeface="新細明體" pitchFamily="18" charset="-120"/>
              </a:defRPr>
            </a:lvl4pPr>
            <a:lvl5pPr marL="2057400" indent="-22860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algn="r"/>
            <a:r>
              <a:rPr kumimoji="1" lang="en-US" altLang="zh-TW" sz="1400">
                <a:ea typeface="華康特粗明體" pitchFamily="49" charset="-120"/>
              </a:rPr>
              <a:t>ISBN 9789575113094</a:t>
            </a:r>
          </a:p>
        </p:txBody>
      </p:sp>
    </p:spTree>
  </p:cSld>
  <p:clrMap bg1="dk2" tx1="lt1" bg2="dk1" tx2="lt2" accent1="accent1" accent2="accent2" accent3="accent3" accent4="accent4" accent5="accent5" accent6="accent6" hlink="hlink" folHlink="folHlink"/>
  <p:sldLayoutIdLst>
    <p:sldLayoutId id="2147483831" r:id="rId1"/>
    <p:sldLayoutId id="2147483832" r:id="rId2"/>
    <p:sldLayoutId id="2147483833" r:id="rId3"/>
    <p:sldLayoutId id="2147483834" r:id="rId4"/>
    <p:sldLayoutId id="2147483835" r:id="rId5"/>
    <p:sldLayoutId id="2147483836" r:id="rId6"/>
    <p:sldLayoutId id="2147483837" r:id="rId7"/>
    <p:sldLayoutId id="2147483838" r:id="rId8"/>
    <p:sldLayoutId id="2147483839" r:id="rId9"/>
    <p:sldLayoutId id="2147483840" r:id="rId10"/>
    <p:sldLayoutId id="2147483841" r:id="rId11"/>
  </p:sldLayoutIdLst>
  <p:transition spd="med">
    <p:random/>
  </p:transition>
  <p:timing>
    <p:tnLst>
      <p:par>
        <p:cTn id="1" dur="indefinite" restart="never" nodeType="tmRoot"/>
      </p:par>
    </p:tnLst>
  </p:timing>
  <p:hf hdr="0" ftr="0"/>
  <p:txStyles>
    <p:titleStyle>
      <a:lvl1pPr algn="ctr" rtl="0" eaLnBrk="0" fontAlgn="base" hangingPunct="0">
        <a:spcBef>
          <a:spcPct val="0"/>
        </a:spcBef>
        <a:spcAft>
          <a:spcPct val="0"/>
        </a:spcAft>
        <a:defRPr kumimoji="1" sz="3200">
          <a:solidFill>
            <a:srgbClr val="0E3384"/>
          </a:solidFill>
          <a:latin typeface="+mj-lt"/>
          <a:ea typeface="+mj-ea"/>
          <a:cs typeface="+mj-cs"/>
        </a:defRPr>
      </a:lvl1pPr>
      <a:lvl2pPr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2pPr>
      <a:lvl3pPr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3pPr>
      <a:lvl4pPr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4pPr>
      <a:lvl5pPr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5pPr>
      <a:lvl6pPr marL="457200"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6pPr>
      <a:lvl7pPr marL="914400"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7pPr>
      <a:lvl8pPr marL="1371600"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8pPr>
      <a:lvl9pPr marL="1828800"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9pPr>
    </p:titleStyle>
    <p:bodyStyle>
      <a:lvl1pPr marL="342900" indent="-342900" algn="just" rtl="0" eaLnBrk="0" fontAlgn="base" hangingPunct="0">
        <a:lnSpc>
          <a:spcPct val="120000"/>
        </a:lnSpc>
        <a:spcBef>
          <a:spcPct val="20000"/>
        </a:spcBef>
        <a:spcAft>
          <a:spcPct val="0"/>
        </a:spcAft>
        <a:buFont typeface="Wingdings" pitchFamily="2" charset="2"/>
        <a:buChar char="q"/>
        <a:defRPr kumimoji="1" sz="2200">
          <a:solidFill>
            <a:schemeClr val="bg2"/>
          </a:solidFill>
          <a:latin typeface="+mn-lt"/>
          <a:ea typeface="+mn-ea"/>
          <a:cs typeface="+mn-cs"/>
        </a:defRPr>
      </a:lvl1pPr>
      <a:lvl2pPr marL="742950" indent="-285750" algn="just" rtl="0" eaLnBrk="0" fontAlgn="base" hangingPunct="0">
        <a:lnSpc>
          <a:spcPct val="120000"/>
        </a:lnSpc>
        <a:spcBef>
          <a:spcPct val="20000"/>
        </a:spcBef>
        <a:spcAft>
          <a:spcPct val="0"/>
        </a:spcAft>
        <a:buFont typeface="Wingdings" pitchFamily="2" charset="2"/>
        <a:buChar char="l"/>
        <a:defRPr kumimoji="1" sz="2200">
          <a:solidFill>
            <a:schemeClr val="bg2"/>
          </a:solidFill>
          <a:latin typeface="+mn-lt"/>
          <a:ea typeface="+mn-ea"/>
        </a:defRPr>
      </a:lvl2pPr>
      <a:lvl3pPr marL="1143000" indent="-228600" algn="just" rtl="0" eaLnBrk="0" fontAlgn="base" hangingPunct="0">
        <a:lnSpc>
          <a:spcPct val="120000"/>
        </a:lnSpc>
        <a:spcBef>
          <a:spcPct val="20000"/>
        </a:spcBef>
        <a:spcAft>
          <a:spcPct val="0"/>
        </a:spcAft>
        <a:buChar char="–"/>
        <a:defRPr kumimoji="1" sz="2200">
          <a:solidFill>
            <a:schemeClr val="bg2"/>
          </a:solidFill>
          <a:latin typeface="+mn-lt"/>
          <a:ea typeface="+mn-ea"/>
        </a:defRPr>
      </a:lvl3pPr>
      <a:lvl4pPr marL="1600200" indent="-228600" algn="just" rtl="0" eaLnBrk="0" fontAlgn="base" hangingPunct="0">
        <a:lnSpc>
          <a:spcPct val="120000"/>
        </a:lnSpc>
        <a:spcBef>
          <a:spcPct val="20000"/>
        </a:spcBef>
        <a:spcAft>
          <a:spcPct val="0"/>
        </a:spcAft>
        <a:buFont typeface="Wingdings" pitchFamily="2" charset="2"/>
        <a:buChar char="§"/>
        <a:defRPr kumimoji="1" sz="2200">
          <a:solidFill>
            <a:schemeClr val="bg2"/>
          </a:solidFill>
          <a:latin typeface="+mn-lt"/>
          <a:ea typeface="+mn-ea"/>
        </a:defRPr>
      </a:lvl4pPr>
      <a:lvl5pPr marL="2057400" indent="-228600" algn="just" rtl="0" eaLnBrk="0" fontAlgn="base" hangingPunct="0">
        <a:lnSpc>
          <a:spcPct val="120000"/>
        </a:lnSpc>
        <a:spcBef>
          <a:spcPct val="20000"/>
        </a:spcBef>
        <a:spcAft>
          <a:spcPct val="0"/>
        </a:spcAft>
        <a:buChar char="•"/>
        <a:defRPr kumimoji="1" sz="2200">
          <a:solidFill>
            <a:schemeClr val="bg2"/>
          </a:solidFill>
          <a:latin typeface="+mn-lt"/>
          <a:ea typeface="+mn-ea"/>
        </a:defRPr>
      </a:lvl5pPr>
      <a:lvl6pPr marL="2514600" indent="-228600" algn="just" rtl="0" eaLnBrk="0" fontAlgn="base" hangingPunct="0">
        <a:lnSpc>
          <a:spcPct val="120000"/>
        </a:lnSpc>
        <a:spcBef>
          <a:spcPct val="20000"/>
        </a:spcBef>
        <a:spcAft>
          <a:spcPct val="0"/>
        </a:spcAft>
        <a:buChar char="•"/>
        <a:defRPr kumimoji="1" sz="2200">
          <a:solidFill>
            <a:schemeClr val="bg2"/>
          </a:solidFill>
          <a:latin typeface="+mn-lt"/>
          <a:ea typeface="+mn-ea"/>
        </a:defRPr>
      </a:lvl6pPr>
      <a:lvl7pPr marL="2971800" indent="-228600" algn="just" rtl="0" eaLnBrk="0" fontAlgn="base" hangingPunct="0">
        <a:lnSpc>
          <a:spcPct val="120000"/>
        </a:lnSpc>
        <a:spcBef>
          <a:spcPct val="20000"/>
        </a:spcBef>
        <a:spcAft>
          <a:spcPct val="0"/>
        </a:spcAft>
        <a:buChar char="•"/>
        <a:defRPr kumimoji="1" sz="2200">
          <a:solidFill>
            <a:schemeClr val="bg2"/>
          </a:solidFill>
          <a:latin typeface="+mn-lt"/>
          <a:ea typeface="+mn-ea"/>
        </a:defRPr>
      </a:lvl7pPr>
      <a:lvl8pPr marL="3429000" indent="-228600" algn="just" rtl="0" eaLnBrk="0" fontAlgn="base" hangingPunct="0">
        <a:lnSpc>
          <a:spcPct val="120000"/>
        </a:lnSpc>
        <a:spcBef>
          <a:spcPct val="20000"/>
        </a:spcBef>
        <a:spcAft>
          <a:spcPct val="0"/>
        </a:spcAft>
        <a:buChar char="•"/>
        <a:defRPr kumimoji="1" sz="2200">
          <a:solidFill>
            <a:schemeClr val="bg2"/>
          </a:solidFill>
          <a:latin typeface="+mn-lt"/>
          <a:ea typeface="+mn-ea"/>
        </a:defRPr>
      </a:lvl8pPr>
      <a:lvl9pPr marL="3886200" indent="-228600" algn="just" rtl="0" eaLnBrk="0" fontAlgn="base" hangingPunct="0">
        <a:lnSpc>
          <a:spcPct val="120000"/>
        </a:lnSpc>
        <a:spcBef>
          <a:spcPct val="20000"/>
        </a:spcBef>
        <a:spcAft>
          <a:spcPct val="0"/>
        </a:spcAft>
        <a:buChar char="•"/>
        <a:defRPr kumimoji="1" sz="2200">
          <a:solidFill>
            <a:schemeClr val="bg2"/>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1079500" y="449263"/>
            <a:ext cx="7377113" cy="9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zh-TW" altLang="en-US" smtClean="0"/>
              <a:t>按一下以編輯母片標題樣式</a:t>
            </a:r>
          </a:p>
        </p:txBody>
      </p:sp>
      <p:sp>
        <p:nvSpPr>
          <p:cNvPr id="3075" name="Rectangle 3"/>
          <p:cNvSpPr>
            <a:spLocks noGrp="1" noChangeArrowheads="1"/>
          </p:cNvSpPr>
          <p:nvPr>
            <p:ph type="body" idx="1"/>
          </p:nvPr>
        </p:nvSpPr>
        <p:spPr bwMode="auto">
          <a:xfrm>
            <a:off x="719138" y="1438275"/>
            <a:ext cx="8097837" cy="485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zh-TW" altLang="en-US" smtClean="0"/>
              <a:t>按一下以編輯母片本文樣式</a:t>
            </a:r>
          </a:p>
          <a:p>
            <a:pPr lvl="1"/>
            <a:r>
              <a:rPr lang="zh-TW" altLang="en-US" smtClean="0"/>
              <a:t>第二階層</a:t>
            </a:r>
          </a:p>
          <a:p>
            <a:pPr lvl="2"/>
            <a:r>
              <a:rPr lang="zh-TW" altLang="en-US" smtClean="0"/>
              <a:t>第三階層</a:t>
            </a:r>
          </a:p>
          <a:p>
            <a:pPr lvl="3"/>
            <a:r>
              <a:rPr lang="zh-TW" altLang="en-US" smtClean="0"/>
              <a:t>第四階層</a:t>
            </a:r>
          </a:p>
          <a:p>
            <a:pPr lvl="4"/>
            <a:r>
              <a:rPr lang="zh-TW" altLang="en-US" smtClean="0"/>
              <a:t>第五階層</a:t>
            </a:r>
          </a:p>
        </p:txBody>
      </p:sp>
      <p:pic>
        <p:nvPicPr>
          <p:cNvPr id="3076" name="Picture 6" descr="資訊科技_bg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443038" y="1349375"/>
            <a:ext cx="6651625" cy="10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7" name="Text Box 5"/>
          <p:cNvSpPr txBox="1">
            <a:spLocks noChangeArrowheads="1"/>
          </p:cNvSpPr>
          <p:nvPr/>
        </p:nvSpPr>
        <p:spPr bwMode="auto">
          <a:xfrm>
            <a:off x="250825" y="0"/>
            <a:ext cx="446881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rIns="0" anchor="ctr"/>
          <a:lstStyle>
            <a:lvl1pPr>
              <a:defRPr sz="2400">
                <a:solidFill>
                  <a:schemeClr val="tx1"/>
                </a:solidFill>
                <a:latin typeface="Times New Roman" pitchFamily="18" charset="0"/>
                <a:ea typeface="新細明體" pitchFamily="18" charset="-120"/>
              </a:defRPr>
            </a:lvl1pPr>
            <a:lvl2pPr marL="742950" indent="-285750">
              <a:defRPr sz="2400">
                <a:solidFill>
                  <a:schemeClr val="tx1"/>
                </a:solidFill>
                <a:latin typeface="Times New Roman" pitchFamily="18" charset="0"/>
                <a:ea typeface="新細明體" pitchFamily="18" charset="-120"/>
              </a:defRPr>
            </a:lvl2pPr>
            <a:lvl3pPr marL="1143000" indent="-228600">
              <a:defRPr sz="2400">
                <a:solidFill>
                  <a:schemeClr val="tx1"/>
                </a:solidFill>
                <a:latin typeface="Times New Roman" pitchFamily="18" charset="0"/>
                <a:ea typeface="新細明體" pitchFamily="18" charset="-120"/>
              </a:defRPr>
            </a:lvl3pPr>
            <a:lvl4pPr marL="1600200" indent="-228600">
              <a:defRPr sz="2400">
                <a:solidFill>
                  <a:schemeClr val="tx1"/>
                </a:solidFill>
                <a:latin typeface="Times New Roman" pitchFamily="18" charset="0"/>
                <a:ea typeface="新細明體" pitchFamily="18" charset="-120"/>
              </a:defRPr>
            </a:lvl4pPr>
            <a:lvl5pPr marL="2057400" indent="-22860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r>
              <a:rPr kumimoji="1" lang="zh-TW" altLang="en-US" sz="1600">
                <a:latin typeface="Arial" charset="0"/>
              </a:rPr>
              <a:t>系統分析與設計</a:t>
            </a:r>
            <a:r>
              <a:rPr kumimoji="1" lang="zh-TW" altLang="en-US" sz="1200">
                <a:latin typeface="Arial" charset="0"/>
              </a:rPr>
              <a:t>理論與實務應用(七版)   吳仁和、林信惠 著</a:t>
            </a:r>
          </a:p>
        </p:txBody>
      </p:sp>
      <p:sp>
        <p:nvSpPr>
          <p:cNvPr id="3078" name="Text Box 4"/>
          <p:cNvSpPr txBox="1">
            <a:spLocks noChangeArrowheads="1"/>
          </p:cNvSpPr>
          <p:nvPr userDrawn="1"/>
        </p:nvSpPr>
        <p:spPr bwMode="auto">
          <a:xfrm>
            <a:off x="6011863" y="0"/>
            <a:ext cx="287972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a:tailEnd/>
              </a14:hiddenLine>
            </a:ext>
          </a:extLst>
        </p:spPr>
        <p:txBody>
          <a:bodyPr anchor="ctr"/>
          <a:lstStyle>
            <a:lvl1pPr>
              <a:defRPr sz="2400">
                <a:solidFill>
                  <a:schemeClr val="tx1"/>
                </a:solidFill>
                <a:latin typeface="Times New Roman" pitchFamily="18" charset="0"/>
                <a:ea typeface="新細明體" pitchFamily="18" charset="-120"/>
              </a:defRPr>
            </a:lvl1pPr>
            <a:lvl2pPr marL="742950" indent="-285750">
              <a:defRPr sz="2400">
                <a:solidFill>
                  <a:schemeClr val="tx1"/>
                </a:solidFill>
                <a:latin typeface="Times New Roman" pitchFamily="18" charset="0"/>
                <a:ea typeface="新細明體" pitchFamily="18" charset="-120"/>
              </a:defRPr>
            </a:lvl2pPr>
            <a:lvl3pPr marL="1143000" indent="-228600">
              <a:defRPr sz="2400">
                <a:solidFill>
                  <a:schemeClr val="tx1"/>
                </a:solidFill>
                <a:latin typeface="Times New Roman" pitchFamily="18" charset="0"/>
                <a:ea typeface="新細明體" pitchFamily="18" charset="-120"/>
              </a:defRPr>
            </a:lvl3pPr>
            <a:lvl4pPr marL="1600200" indent="-228600">
              <a:defRPr sz="2400">
                <a:solidFill>
                  <a:schemeClr val="tx1"/>
                </a:solidFill>
                <a:latin typeface="Times New Roman" pitchFamily="18" charset="0"/>
                <a:ea typeface="新細明體" pitchFamily="18" charset="-120"/>
              </a:defRPr>
            </a:lvl4pPr>
            <a:lvl5pPr marL="2057400" indent="-22860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algn="r"/>
            <a:r>
              <a:rPr kumimoji="1" lang="en-US" altLang="zh-TW" sz="1400">
                <a:ea typeface="華康特粗明體" pitchFamily="49" charset="-120"/>
              </a:rPr>
              <a:t>ISBN 9789575113094</a:t>
            </a:r>
          </a:p>
        </p:txBody>
      </p:sp>
    </p:spTree>
  </p:cSld>
  <p:clrMap bg1="dk2" tx1="lt1" bg2="dk1" tx2="lt2" accent1="accent1" accent2="accent2" accent3="accent3" accent4="accent4" accent5="accent5" accent6="accent6" hlink="hlink" folHlink="folHlink"/>
  <p:sldLayoutIdLst>
    <p:sldLayoutId id="2147483842" r:id="rId1"/>
    <p:sldLayoutId id="2147483843" r:id="rId2"/>
    <p:sldLayoutId id="2147483844" r:id="rId3"/>
    <p:sldLayoutId id="2147483845" r:id="rId4"/>
    <p:sldLayoutId id="2147483846" r:id="rId5"/>
    <p:sldLayoutId id="2147483847" r:id="rId6"/>
    <p:sldLayoutId id="2147483848" r:id="rId7"/>
    <p:sldLayoutId id="2147483849" r:id="rId8"/>
    <p:sldLayoutId id="2147483850" r:id="rId9"/>
    <p:sldLayoutId id="2147483851" r:id="rId10"/>
    <p:sldLayoutId id="2147483852" r:id="rId11"/>
  </p:sldLayoutIdLst>
  <p:transition spd="med">
    <p:random/>
  </p:transition>
  <p:timing>
    <p:tnLst>
      <p:par>
        <p:cTn id="1" dur="indefinite" restart="never" nodeType="tmRoot"/>
      </p:par>
    </p:tnLst>
  </p:timing>
  <p:hf hdr="0" ftr="0"/>
  <p:txStyles>
    <p:titleStyle>
      <a:lvl1pPr algn="ctr" rtl="0" eaLnBrk="0" fontAlgn="base" hangingPunct="0">
        <a:spcBef>
          <a:spcPct val="0"/>
        </a:spcBef>
        <a:spcAft>
          <a:spcPct val="0"/>
        </a:spcAft>
        <a:defRPr kumimoji="1" sz="3200">
          <a:solidFill>
            <a:srgbClr val="0E3384"/>
          </a:solidFill>
          <a:latin typeface="+mj-lt"/>
          <a:ea typeface="+mj-ea"/>
          <a:cs typeface="+mj-cs"/>
        </a:defRPr>
      </a:lvl1pPr>
      <a:lvl2pPr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2pPr>
      <a:lvl3pPr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3pPr>
      <a:lvl4pPr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4pPr>
      <a:lvl5pPr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5pPr>
      <a:lvl6pPr marL="457200"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6pPr>
      <a:lvl7pPr marL="914400"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7pPr>
      <a:lvl8pPr marL="1371600"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8pPr>
      <a:lvl9pPr marL="1828800"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9pPr>
    </p:titleStyle>
    <p:bodyStyle>
      <a:lvl1pPr marL="342900" indent="-342900" algn="just" rtl="0" eaLnBrk="0" fontAlgn="base" hangingPunct="0">
        <a:lnSpc>
          <a:spcPct val="120000"/>
        </a:lnSpc>
        <a:spcBef>
          <a:spcPct val="20000"/>
        </a:spcBef>
        <a:spcAft>
          <a:spcPct val="0"/>
        </a:spcAft>
        <a:buFont typeface="Wingdings" pitchFamily="2" charset="2"/>
        <a:buChar char="q"/>
        <a:defRPr kumimoji="1" sz="2200">
          <a:solidFill>
            <a:schemeClr val="bg2"/>
          </a:solidFill>
          <a:latin typeface="+mn-lt"/>
          <a:ea typeface="+mn-ea"/>
          <a:cs typeface="+mn-cs"/>
        </a:defRPr>
      </a:lvl1pPr>
      <a:lvl2pPr marL="742950" indent="-285750" algn="just" rtl="0" eaLnBrk="0" fontAlgn="base" hangingPunct="0">
        <a:lnSpc>
          <a:spcPct val="120000"/>
        </a:lnSpc>
        <a:spcBef>
          <a:spcPct val="20000"/>
        </a:spcBef>
        <a:spcAft>
          <a:spcPct val="0"/>
        </a:spcAft>
        <a:buFont typeface="Wingdings" pitchFamily="2" charset="2"/>
        <a:buChar char="l"/>
        <a:defRPr kumimoji="1" sz="2200">
          <a:solidFill>
            <a:schemeClr val="bg2"/>
          </a:solidFill>
          <a:latin typeface="+mn-lt"/>
          <a:ea typeface="+mn-ea"/>
        </a:defRPr>
      </a:lvl2pPr>
      <a:lvl3pPr marL="1143000" indent="-228600" algn="just" rtl="0" eaLnBrk="0" fontAlgn="base" hangingPunct="0">
        <a:lnSpc>
          <a:spcPct val="120000"/>
        </a:lnSpc>
        <a:spcBef>
          <a:spcPct val="20000"/>
        </a:spcBef>
        <a:spcAft>
          <a:spcPct val="0"/>
        </a:spcAft>
        <a:buChar char="–"/>
        <a:defRPr kumimoji="1" sz="2200">
          <a:solidFill>
            <a:schemeClr val="bg2"/>
          </a:solidFill>
          <a:latin typeface="+mn-lt"/>
          <a:ea typeface="+mn-ea"/>
        </a:defRPr>
      </a:lvl3pPr>
      <a:lvl4pPr marL="1600200" indent="-228600" algn="just" rtl="0" eaLnBrk="0" fontAlgn="base" hangingPunct="0">
        <a:lnSpc>
          <a:spcPct val="120000"/>
        </a:lnSpc>
        <a:spcBef>
          <a:spcPct val="20000"/>
        </a:spcBef>
        <a:spcAft>
          <a:spcPct val="0"/>
        </a:spcAft>
        <a:buFont typeface="Wingdings" pitchFamily="2" charset="2"/>
        <a:buChar char="§"/>
        <a:defRPr kumimoji="1" sz="2200">
          <a:solidFill>
            <a:schemeClr val="bg2"/>
          </a:solidFill>
          <a:latin typeface="+mn-lt"/>
          <a:ea typeface="+mn-ea"/>
        </a:defRPr>
      </a:lvl4pPr>
      <a:lvl5pPr marL="2057400" indent="-228600" algn="just" rtl="0" eaLnBrk="0" fontAlgn="base" hangingPunct="0">
        <a:lnSpc>
          <a:spcPct val="120000"/>
        </a:lnSpc>
        <a:spcBef>
          <a:spcPct val="20000"/>
        </a:spcBef>
        <a:spcAft>
          <a:spcPct val="0"/>
        </a:spcAft>
        <a:buChar char="•"/>
        <a:defRPr kumimoji="1" sz="2200">
          <a:solidFill>
            <a:schemeClr val="bg2"/>
          </a:solidFill>
          <a:latin typeface="+mn-lt"/>
          <a:ea typeface="+mn-ea"/>
        </a:defRPr>
      </a:lvl5pPr>
      <a:lvl6pPr marL="2514600" indent="-228600" algn="just" rtl="0" eaLnBrk="0" fontAlgn="base" hangingPunct="0">
        <a:lnSpc>
          <a:spcPct val="120000"/>
        </a:lnSpc>
        <a:spcBef>
          <a:spcPct val="20000"/>
        </a:spcBef>
        <a:spcAft>
          <a:spcPct val="0"/>
        </a:spcAft>
        <a:buChar char="•"/>
        <a:defRPr kumimoji="1" sz="2200">
          <a:solidFill>
            <a:schemeClr val="bg2"/>
          </a:solidFill>
          <a:latin typeface="+mn-lt"/>
          <a:ea typeface="+mn-ea"/>
        </a:defRPr>
      </a:lvl6pPr>
      <a:lvl7pPr marL="2971800" indent="-228600" algn="just" rtl="0" eaLnBrk="0" fontAlgn="base" hangingPunct="0">
        <a:lnSpc>
          <a:spcPct val="120000"/>
        </a:lnSpc>
        <a:spcBef>
          <a:spcPct val="20000"/>
        </a:spcBef>
        <a:spcAft>
          <a:spcPct val="0"/>
        </a:spcAft>
        <a:buChar char="•"/>
        <a:defRPr kumimoji="1" sz="2200">
          <a:solidFill>
            <a:schemeClr val="bg2"/>
          </a:solidFill>
          <a:latin typeface="+mn-lt"/>
          <a:ea typeface="+mn-ea"/>
        </a:defRPr>
      </a:lvl7pPr>
      <a:lvl8pPr marL="3429000" indent="-228600" algn="just" rtl="0" eaLnBrk="0" fontAlgn="base" hangingPunct="0">
        <a:lnSpc>
          <a:spcPct val="120000"/>
        </a:lnSpc>
        <a:spcBef>
          <a:spcPct val="20000"/>
        </a:spcBef>
        <a:spcAft>
          <a:spcPct val="0"/>
        </a:spcAft>
        <a:buChar char="•"/>
        <a:defRPr kumimoji="1" sz="2200">
          <a:solidFill>
            <a:schemeClr val="bg2"/>
          </a:solidFill>
          <a:latin typeface="+mn-lt"/>
          <a:ea typeface="+mn-ea"/>
        </a:defRPr>
      </a:lvl8pPr>
      <a:lvl9pPr marL="3886200" indent="-228600" algn="just" rtl="0" eaLnBrk="0" fontAlgn="base" hangingPunct="0">
        <a:lnSpc>
          <a:spcPct val="120000"/>
        </a:lnSpc>
        <a:spcBef>
          <a:spcPct val="20000"/>
        </a:spcBef>
        <a:spcAft>
          <a:spcPct val="0"/>
        </a:spcAft>
        <a:buChar char="•"/>
        <a:defRPr kumimoji="1" sz="2200">
          <a:solidFill>
            <a:schemeClr val="bg2"/>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1079500" y="449263"/>
            <a:ext cx="7377113" cy="9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zh-TW" altLang="en-US" smtClean="0"/>
              <a:t>按一下以編輯母片標題樣式</a:t>
            </a:r>
          </a:p>
        </p:txBody>
      </p:sp>
      <p:sp>
        <p:nvSpPr>
          <p:cNvPr id="4099" name="Rectangle 3"/>
          <p:cNvSpPr>
            <a:spLocks noGrp="1" noChangeArrowheads="1"/>
          </p:cNvSpPr>
          <p:nvPr>
            <p:ph type="body" idx="1"/>
          </p:nvPr>
        </p:nvSpPr>
        <p:spPr bwMode="auto">
          <a:xfrm>
            <a:off x="719138" y="1438275"/>
            <a:ext cx="8097837" cy="485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zh-TW" altLang="en-US" smtClean="0"/>
              <a:t>按一下以編輯母片本文樣式</a:t>
            </a:r>
          </a:p>
          <a:p>
            <a:pPr lvl="1"/>
            <a:r>
              <a:rPr lang="zh-TW" altLang="en-US" smtClean="0"/>
              <a:t>第二階層</a:t>
            </a:r>
          </a:p>
          <a:p>
            <a:pPr lvl="2"/>
            <a:r>
              <a:rPr lang="zh-TW" altLang="en-US" smtClean="0"/>
              <a:t>第三階層</a:t>
            </a:r>
          </a:p>
          <a:p>
            <a:pPr lvl="3"/>
            <a:r>
              <a:rPr lang="zh-TW" altLang="en-US" smtClean="0"/>
              <a:t>第四階層</a:t>
            </a:r>
          </a:p>
          <a:p>
            <a:pPr lvl="4"/>
            <a:r>
              <a:rPr lang="zh-TW" altLang="en-US" smtClean="0"/>
              <a:t>第五階層</a:t>
            </a:r>
          </a:p>
        </p:txBody>
      </p:sp>
      <p:pic>
        <p:nvPicPr>
          <p:cNvPr id="4100" name="Picture 6" descr="資訊科技_bg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443038" y="1349375"/>
            <a:ext cx="6651625" cy="10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1" name="Text Box 5"/>
          <p:cNvSpPr txBox="1">
            <a:spLocks noChangeArrowheads="1"/>
          </p:cNvSpPr>
          <p:nvPr/>
        </p:nvSpPr>
        <p:spPr bwMode="auto">
          <a:xfrm>
            <a:off x="250825" y="0"/>
            <a:ext cx="446881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rIns="0" anchor="ctr"/>
          <a:lstStyle>
            <a:lvl1pPr>
              <a:defRPr sz="2400">
                <a:solidFill>
                  <a:schemeClr val="tx1"/>
                </a:solidFill>
                <a:latin typeface="Times New Roman" pitchFamily="18" charset="0"/>
                <a:ea typeface="新細明體" pitchFamily="18" charset="-120"/>
              </a:defRPr>
            </a:lvl1pPr>
            <a:lvl2pPr marL="742950" indent="-285750">
              <a:defRPr sz="2400">
                <a:solidFill>
                  <a:schemeClr val="tx1"/>
                </a:solidFill>
                <a:latin typeface="Times New Roman" pitchFamily="18" charset="0"/>
                <a:ea typeface="新細明體" pitchFamily="18" charset="-120"/>
              </a:defRPr>
            </a:lvl2pPr>
            <a:lvl3pPr marL="1143000" indent="-228600">
              <a:defRPr sz="2400">
                <a:solidFill>
                  <a:schemeClr val="tx1"/>
                </a:solidFill>
                <a:latin typeface="Times New Roman" pitchFamily="18" charset="0"/>
                <a:ea typeface="新細明體" pitchFamily="18" charset="-120"/>
              </a:defRPr>
            </a:lvl3pPr>
            <a:lvl4pPr marL="1600200" indent="-228600">
              <a:defRPr sz="2400">
                <a:solidFill>
                  <a:schemeClr val="tx1"/>
                </a:solidFill>
                <a:latin typeface="Times New Roman" pitchFamily="18" charset="0"/>
                <a:ea typeface="新細明體" pitchFamily="18" charset="-120"/>
              </a:defRPr>
            </a:lvl4pPr>
            <a:lvl5pPr marL="2057400" indent="-22860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r>
              <a:rPr kumimoji="1" lang="zh-TW" altLang="en-US" sz="1600">
                <a:latin typeface="Arial" charset="0"/>
              </a:rPr>
              <a:t>系統分析與設計</a:t>
            </a:r>
            <a:r>
              <a:rPr kumimoji="1" lang="zh-TW" altLang="en-US" sz="1200">
                <a:latin typeface="Arial" charset="0"/>
              </a:rPr>
              <a:t>理論與實務應用(七版)   吳仁和、林信惠 著</a:t>
            </a:r>
          </a:p>
        </p:txBody>
      </p:sp>
    </p:spTree>
  </p:cSld>
  <p:clrMap bg1="dk2" tx1="lt1" bg2="dk1" tx2="lt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Lst>
  <p:transition spd="med">
    <p:random/>
  </p:transition>
  <p:timing>
    <p:tnLst>
      <p:par>
        <p:cTn id="1" dur="indefinite" restart="never" nodeType="tmRoot"/>
      </p:par>
    </p:tnLst>
  </p:timing>
  <p:hf hdr="0" ftr="0"/>
  <p:txStyles>
    <p:titleStyle>
      <a:lvl1pPr algn="ctr" rtl="0" eaLnBrk="0" fontAlgn="base" hangingPunct="0">
        <a:spcBef>
          <a:spcPct val="0"/>
        </a:spcBef>
        <a:spcAft>
          <a:spcPct val="0"/>
        </a:spcAft>
        <a:defRPr kumimoji="1" sz="3200">
          <a:solidFill>
            <a:srgbClr val="0E3384"/>
          </a:solidFill>
          <a:latin typeface="+mj-lt"/>
          <a:ea typeface="+mj-ea"/>
          <a:cs typeface="+mj-cs"/>
        </a:defRPr>
      </a:lvl1pPr>
      <a:lvl2pPr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2pPr>
      <a:lvl3pPr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3pPr>
      <a:lvl4pPr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4pPr>
      <a:lvl5pPr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5pPr>
      <a:lvl6pPr marL="457200"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6pPr>
      <a:lvl7pPr marL="914400"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7pPr>
      <a:lvl8pPr marL="1371600"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8pPr>
      <a:lvl9pPr marL="1828800"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9pPr>
    </p:titleStyle>
    <p:bodyStyle>
      <a:lvl1pPr marL="342900" indent="-342900" algn="just" rtl="0" eaLnBrk="0" fontAlgn="base" hangingPunct="0">
        <a:lnSpc>
          <a:spcPct val="120000"/>
        </a:lnSpc>
        <a:spcBef>
          <a:spcPct val="20000"/>
        </a:spcBef>
        <a:spcAft>
          <a:spcPct val="0"/>
        </a:spcAft>
        <a:buFont typeface="Wingdings" pitchFamily="2" charset="2"/>
        <a:buChar char="q"/>
        <a:defRPr kumimoji="1" sz="2200">
          <a:solidFill>
            <a:schemeClr val="bg2"/>
          </a:solidFill>
          <a:latin typeface="+mn-lt"/>
          <a:ea typeface="+mn-ea"/>
          <a:cs typeface="+mn-cs"/>
        </a:defRPr>
      </a:lvl1pPr>
      <a:lvl2pPr marL="742950" indent="-285750" algn="just" rtl="0" eaLnBrk="0" fontAlgn="base" hangingPunct="0">
        <a:lnSpc>
          <a:spcPct val="120000"/>
        </a:lnSpc>
        <a:spcBef>
          <a:spcPct val="20000"/>
        </a:spcBef>
        <a:spcAft>
          <a:spcPct val="0"/>
        </a:spcAft>
        <a:buFont typeface="Wingdings" pitchFamily="2" charset="2"/>
        <a:buChar char="l"/>
        <a:defRPr kumimoji="1" sz="2200">
          <a:solidFill>
            <a:schemeClr val="bg2"/>
          </a:solidFill>
          <a:latin typeface="+mn-lt"/>
          <a:ea typeface="+mn-ea"/>
        </a:defRPr>
      </a:lvl2pPr>
      <a:lvl3pPr marL="1143000" indent="-228600" algn="just" rtl="0" eaLnBrk="0" fontAlgn="base" hangingPunct="0">
        <a:lnSpc>
          <a:spcPct val="120000"/>
        </a:lnSpc>
        <a:spcBef>
          <a:spcPct val="20000"/>
        </a:spcBef>
        <a:spcAft>
          <a:spcPct val="0"/>
        </a:spcAft>
        <a:buChar char="–"/>
        <a:defRPr kumimoji="1" sz="2200">
          <a:solidFill>
            <a:schemeClr val="bg2"/>
          </a:solidFill>
          <a:latin typeface="+mn-lt"/>
          <a:ea typeface="+mn-ea"/>
        </a:defRPr>
      </a:lvl3pPr>
      <a:lvl4pPr marL="1600200" indent="-228600" algn="just" rtl="0" eaLnBrk="0" fontAlgn="base" hangingPunct="0">
        <a:lnSpc>
          <a:spcPct val="120000"/>
        </a:lnSpc>
        <a:spcBef>
          <a:spcPct val="20000"/>
        </a:spcBef>
        <a:spcAft>
          <a:spcPct val="0"/>
        </a:spcAft>
        <a:buFont typeface="Wingdings" pitchFamily="2" charset="2"/>
        <a:buChar char="§"/>
        <a:defRPr kumimoji="1" sz="2200">
          <a:solidFill>
            <a:schemeClr val="bg2"/>
          </a:solidFill>
          <a:latin typeface="+mn-lt"/>
          <a:ea typeface="+mn-ea"/>
        </a:defRPr>
      </a:lvl4pPr>
      <a:lvl5pPr marL="2057400" indent="-228600" algn="just" rtl="0" eaLnBrk="0" fontAlgn="base" hangingPunct="0">
        <a:lnSpc>
          <a:spcPct val="120000"/>
        </a:lnSpc>
        <a:spcBef>
          <a:spcPct val="20000"/>
        </a:spcBef>
        <a:spcAft>
          <a:spcPct val="0"/>
        </a:spcAft>
        <a:buChar char="•"/>
        <a:defRPr kumimoji="1" sz="2200">
          <a:solidFill>
            <a:schemeClr val="bg2"/>
          </a:solidFill>
          <a:latin typeface="+mn-lt"/>
          <a:ea typeface="+mn-ea"/>
        </a:defRPr>
      </a:lvl5pPr>
      <a:lvl6pPr marL="2514600" indent="-228600" algn="just" rtl="0" eaLnBrk="0" fontAlgn="base" hangingPunct="0">
        <a:lnSpc>
          <a:spcPct val="120000"/>
        </a:lnSpc>
        <a:spcBef>
          <a:spcPct val="20000"/>
        </a:spcBef>
        <a:spcAft>
          <a:spcPct val="0"/>
        </a:spcAft>
        <a:buChar char="•"/>
        <a:defRPr kumimoji="1" sz="2200">
          <a:solidFill>
            <a:schemeClr val="bg2"/>
          </a:solidFill>
          <a:latin typeface="+mn-lt"/>
          <a:ea typeface="+mn-ea"/>
        </a:defRPr>
      </a:lvl6pPr>
      <a:lvl7pPr marL="2971800" indent="-228600" algn="just" rtl="0" eaLnBrk="0" fontAlgn="base" hangingPunct="0">
        <a:lnSpc>
          <a:spcPct val="120000"/>
        </a:lnSpc>
        <a:spcBef>
          <a:spcPct val="20000"/>
        </a:spcBef>
        <a:spcAft>
          <a:spcPct val="0"/>
        </a:spcAft>
        <a:buChar char="•"/>
        <a:defRPr kumimoji="1" sz="2200">
          <a:solidFill>
            <a:schemeClr val="bg2"/>
          </a:solidFill>
          <a:latin typeface="+mn-lt"/>
          <a:ea typeface="+mn-ea"/>
        </a:defRPr>
      </a:lvl7pPr>
      <a:lvl8pPr marL="3429000" indent="-228600" algn="just" rtl="0" eaLnBrk="0" fontAlgn="base" hangingPunct="0">
        <a:lnSpc>
          <a:spcPct val="120000"/>
        </a:lnSpc>
        <a:spcBef>
          <a:spcPct val="20000"/>
        </a:spcBef>
        <a:spcAft>
          <a:spcPct val="0"/>
        </a:spcAft>
        <a:buChar char="•"/>
        <a:defRPr kumimoji="1" sz="2200">
          <a:solidFill>
            <a:schemeClr val="bg2"/>
          </a:solidFill>
          <a:latin typeface="+mn-lt"/>
          <a:ea typeface="+mn-ea"/>
        </a:defRPr>
      </a:lvl8pPr>
      <a:lvl9pPr marL="3886200" indent="-228600" algn="just" rtl="0" eaLnBrk="0" fontAlgn="base" hangingPunct="0">
        <a:lnSpc>
          <a:spcPct val="120000"/>
        </a:lnSpc>
        <a:spcBef>
          <a:spcPct val="20000"/>
        </a:spcBef>
        <a:spcAft>
          <a:spcPct val="0"/>
        </a:spcAft>
        <a:buChar char="•"/>
        <a:defRPr kumimoji="1" sz="2200">
          <a:solidFill>
            <a:schemeClr val="bg2"/>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bwMode="auto">
          <a:xfrm>
            <a:off x="1079500" y="449263"/>
            <a:ext cx="7377113" cy="9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zh-TW" altLang="en-US" smtClean="0"/>
              <a:t>按一下以編輯母片標題樣式</a:t>
            </a:r>
          </a:p>
        </p:txBody>
      </p:sp>
      <p:sp>
        <p:nvSpPr>
          <p:cNvPr id="5123" name="Rectangle 3"/>
          <p:cNvSpPr>
            <a:spLocks noGrp="1" noChangeArrowheads="1"/>
          </p:cNvSpPr>
          <p:nvPr>
            <p:ph type="body" idx="1"/>
          </p:nvPr>
        </p:nvSpPr>
        <p:spPr bwMode="auto">
          <a:xfrm>
            <a:off x="719138" y="1438275"/>
            <a:ext cx="8097837" cy="485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zh-TW" altLang="en-US" smtClean="0"/>
              <a:t>按一下以編輯母片本文樣式</a:t>
            </a:r>
          </a:p>
          <a:p>
            <a:pPr lvl="1"/>
            <a:r>
              <a:rPr lang="zh-TW" altLang="en-US" smtClean="0"/>
              <a:t>第二階層</a:t>
            </a:r>
          </a:p>
          <a:p>
            <a:pPr lvl="2"/>
            <a:r>
              <a:rPr lang="zh-TW" altLang="en-US" smtClean="0"/>
              <a:t>第三階層</a:t>
            </a:r>
          </a:p>
          <a:p>
            <a:pPr lvl="3"/>
            <a:r>
              <a:rPr lang="zh-TW" altLang="en-US" smtClean="0"/>
              <a:t>第四階層</a:t>
            </a:r>
          </a:p>
          <a:p>
            <a:pPr lvl="4"/>
            <a:r>
              <a:rPr lang="zh-TW" altLang="en-US" smtClean="0"/>
              <a:t>第五階層</a:t>
            </a:r>
          </a:p>
        </p:txBody>
      </p:sp>
      <p:pic>
        <p:nvPicPr>
          <p:cNvPr id="5124" name="Picture 6" descr="資訊科技_bg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443038" y="1349375"/>
            <a:ext cx="6651625" cy="10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5" name="Text Box 5"/>
          <p:cNvSpPr txBox="1">
            <a:spLocks noChangeArrowheads="1"/>
          </p:cNvSpPr>
          <p:nvPr/>
        </p:nvSpPr>
        <p:spPr bwMode="auto">
          <a:xfrm>
            <a:off x="250825" y="0"/>
            <a:ext cx="446881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rIns="0" anchor="ctr"/>
          <a:lstStyle>
            <a:lvl1pPr>
              <a:defRPr sz="2400">
                <a:solidFill>
                  <a:schemeClr val="tx1"/>
                </a:solidFill>
                <a:latin typeface="Times New Roman" pitchFamily="18" charset="0"/>
                <a:ea typeface="新細明體" pitchFamily="18" charset="-120"/>
              </a:defRPr>
            </a:lvl1pPr>
            <a:lvl2pPr marL="742950" indent="-285750">
              <a:defRPr sz="2400">
                <a:solidFill>
                  <a:schemeClr val="tx1"/>
                </a:solidFill>
                <a:latin typeface="Times New Roman" pitchFamily="18" charset="0"/>
                <a:ea typeface="新細明體" pitchFamily="18" charset="-120"/>
              </a:defRPr>
            </a:lvl2pPr>
            <a:lvl3pPr marL="1143000" indent="-228600">
              <a:defRPr sz="2400">
                <a:solidFill>
                  <a:schemeClr val="tx1"/>
                </a:solidFill>
                <a:latin typeface="Times New Roman" pitchFamily="18" charset="0"/>
                <a:ea typeface="新細明體" pitchFamily="18" charset="-120"/>
              </a:defRPr>
            </a:lvl3pPr>
            <a:lvl4pPr marL="1600200" indent="-228600">
              <a:defRPr sz="2400">
                <a:solidFill>
                  <a:schemeClr val="tx1"/>
                </a:solidFill>
                <a:latin typeface="Times New Roman" pitchFamily="18" charset="0"/>
                <a:ea typeface="新細明體" pitchFamily="18" charset="-120"/>
              </a:defRPr>
            </a:lvl4pPr>
            <a:lvl5pPr marL="2057400" indent="-22860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r>
              <a:rPr kumimoji="1" lang="zh-TW" altLang="en-US" sz="1600">
                <a:latin typeface="Arial" charset="0"/>
              </a:rPr>
              <a:t>系統分析與設計</a:t>
            </a:r>
            <a:r>
              <a:rPr kumimoji="1" lang="zh-TW" altLang="en-US" sz="1200">
                <a:latin typeface="Arial" charset="0"/>
              </a:rPr>
              <a:t>理論與實務應用(七版)   吳仁和、林信惠 著</a:t>
            </a:r>
          </a:p>
        </p:txBody>
      </p:sp>
      <p:sp>
        <p:nvSpPr>
          <p:cNvPr id="5126" name="Text Box 4"/>
          <p:cNvSpPr txBox="1">
            <a:spLocks noChangeArrowheads="1"/>
          </p:cNvSpPr>
          <p:nvPr userDrawn="1"/>
        </p:nvSpPr>
        <p:spPr bwMode="auto">
          <a:xfrm>
            <a:off x="6011863" y="0"/>
            <a:ext cx="287972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a:tailEnd/>
              </a14:hiddenLine>
            </a:ext>
          </a:extLst>
        </p:spPr>
        <p:txBody>
          <a:bodyPr anchor="ctr"/>
          <a:lstStyle>
            <a:lvl1pPr>
              <a:defRPr sz="2400">
                <a:solidFill>
                  <a:schemeClr val="tx1"/>
                </a:solidFill>
                <a:latin typeface="Times New Roman" pitchFamily="18" charset="0"/>
                <a:ea typeface="新細明體" pitchFamily="18" charset="-120"/>
              </a:defRPr>
            </a:lvl1pPr>
            <a:lvl2pPr marL="742950" indent="-285750">
              <a:defRPr sz="2400">
                <a:solidFill>
                  <a:schemeClr val="tx1"/>
                </a:solidFill>
                <a:latin typeface="Times New Roman" pitchFamily="18" charset="0"/>
                <a:ea typeface="新細明體" pitchFamily="18" charset="-120"/>
              </a:defRPr>
            </a:lvl2pPr>
            <a:lvl3pPr marL="1143000" indent="-228600">
              <a:defRPr sz="2400">
                <a:solidFill>
                  <a:schemeClr val="tx1"/>
                </a:solidFill>
                <a:latin typeface="Times New Roman" pitchFamily="18" charset="0"/>
                <a:ea typeface="新細明體" pitchFamily="18" charset="-120"/>
              </a:defRPr>
            </a:lvl3pPr>
            <a:lvl4pPr marL="1600200" indent="-228600">
              <a:defRPr sz="2400">
                <a:solidFill>
                  <a:schemeClr val="tx1"/>
                </a:solidFill>
                <a:latin typeface="Times New Roman" pitchFamily="18" charset="0"/>
                <a:ea typeface="新細明體" pitchFamily="18" charset="-120"/>
              </a:defRPr>
            </a:lvl4pPr>
            <a:lvl5pPr marL="2057400" indent="-22860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algn="r"/>
            <a:r>
              <a:rPr kumimoji="1" lang="en-US" altLang="zh-TW" sz="1400">
                <a:ea typeface="華康特粗明體" pitchFamily="49" charset="-120"/>
              </a:rPr>
              <a:t>ISBN 9789575113094</a:t>
            </a:r>
          </a:p>
        </p:txBody>
      </p:sp>
    </p:spTree>
  </p:cSld>
  <p:clrMap bg1="dk2" tx1="lt1" bg2="dk1" tx2="lt2" accent1="accent1" accent2="accent2" accent3="accent3" accent4="accent4" accent5="accent5" accent6="accent6" hlink="hlink" folHlink="folHlink"/>
  <p:sldLayoutIdLst>
    <p:sldLayoutId id="2147483864" r:id="rId1"/>
    <p:sldLayoutId id="2147483865" r:id="rId2"/>
    <p:sldLayoutId id="2147483866" r:id="rId3"/>
    <p:sldLayoutId id="2147483867" r:id="rId4"/>
    <p:sldLayoutId id="2147483868" r:id="rId5"/>
    <p:sldLayoutId id="2147483869" r:id="rId6"/>
    <p:sldLayoutId id="2147483870" r:id="rId7"/>
    <p:sldLayoutId id="2147483871" r:id="rId8"/>
    <p:sldLayoutId id="2147483872" r:id="rId9"/>
    <p:sldLayoutId id="2147483873" r:id="rId10"/>
    <p:sldLayoutId id="2147483874" r:id="rId11"/>
  </p:sldLayoutIdLst>
  <p:transition spd="med">
    <p:random/>
  </p:transition>
  <p:timing>
    <p:tnLst>
      <p:par>
        <p:cTn id="1" dur="indefinite" restart="never" nodeType="tmRoot"/>
      </p:par>
    </p:tnLst>
  </p:timing>
  <p:hf hdr="0" ftr="0"/>
  <p:txStyles>
    <p:titleStyle>
      <a:lvl1pPr algn="ctr" rtl="0" eaLnBrk="0" fontAlgn="base" hangingPunct="0">
        <a:spcBef>
          <a:spcPct val="0"/>
        </a:spcBef>
        <a:spcAft>
          <a:spcPct val="0"/>
        </a:spcAft>
        <a:defRPr kumimoji="1" sz="3200">
          <a:solidFill>
            <a:srgbClr val="0E3384"/>
          </a:solidFill>
          <a:latin typeface="+mj-lt"/>
          <a:ea typeface="+mj-ea"/>
          <a:cs typeface="+mj-cs"/>
        </a:defRPr>
      </a:lvl1pPr>
      <a:lvl2pPr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2pPr>
      <a:lvl3pPr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3pPr>
      <a:lvl4pPr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4pPr>
      <a:lvl5pPr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5pPr>
      <a:lvl6pPr marL="457200"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6pPr>
      <a:lvl7pPr marL="914400"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7pPr>
      <a:lvl8pPr marL="1371600"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8pPr>
      <a:lvl9pPr marL="1828800" algn="ctr" rtl="0" eaLnBrk="0" fontAlgn="base" hangingPunct="0">
        <a:spcBef>
          <a:spcPct val="0"/>
        </a:spcBef>
        <a:spcAft>
          <a:spcPct val="0"/>
        </a:spcAft>
        <a:defRPr kumimoji="1" sz="3200">
          <a:solidFill>
            <a:srgbClr val="0E3384"/>
          </a:solidFill>
          <a:latin typeface="Times New Roman" pitchFamily="18" charset="0"/>
          <a:ea typeface="華康特粗明體" pitchFamily="49" charset="-120"/>
        </a:defRPr>
      </a:lvl9pPr>
    </p:titleStyle>
    <p:bodyStyle>
      <a:lvl1pPr marL="342900" indent="-342900" algn="just" rtl="0" eaLnBrk="0" fontAlgn="base" hangingPunct="0">
        <a:lnSpc>
          <a:spcPct val="120000"/>
        </a:lnSpc>
        <a:spcBef>
          <a:spcPct val="20000"/>
        </a:spcBef>
        <a:spcAft>
          <a:spcPct val="0"/>
        </a:spcAft>
        <a:buFont typeface="Wingdings" pitchFamily="2" charset="2"/>
        <a:buChar char="q"/>
        <a:defRPr kumimoji="1" sz="2200">
          <a:solidFill>
            <a:schemeClr val="bg2"/>
          </a:solidFill>
          <a:latin typeface="+mn-lt"/>
          <a:ea typeface="+mn-ea"/>
          <a:cs typeface="+mn-cs"/>
        </a:defRPr>
      </a:lvl1pPr>
      <a:lvl2pPr marL="742950" indent="-285750" algn="just" rtl="0" eaLnBrk="0" fontAlgn="base" hangingPunct="0">
        <a:lnSpc>
          <a:spcPct val="120000"/>
        </a:lnSpc>
        <a:spcBef>
          <a:spcPct val="20000"/>
        </a:spcBef>
        <a:spcAft>
          <a:spcPct val="0"/>
        </a:spcAft>
        <a:buFont typeface="Wingdings" pitchFamily="2" charset="2"/>
        <a:buChar char="l"/>
        <a:defRPr kumimoji="1" sz="2200">
          <a:solidFill>
            <a:schemeClr val="bg2"/>
          </a:solidFill>
          <a:latin typeface="+mn-lt"/>
          <a:ea typeface="+mn-ea"/>
        </a:defRPr>
      </a:lvl2pPr>
      <a:lvl3pPr marL="1143000" indent="-228600" algn="just" rtl="0" eaLnBrk="0" fontAlgn="base" hangingPunct="0">
        <a:lnSpc>
          <a:spcPct val="120000"/>
        </a:lnSpc>
        <a:spcBef>
          <a:spcPct val="20000"/>
        </a:spcBef>
        <a:spcAft>
          <a:spcPct val="0"/>
        </a:spcAft>
        <a:buChar char="–"/>
        <a:defRPr kumimoji="1" sz="2200">
          <a:solidFill>
            <a:schemeClr val="bg2"/>
          </a:solidFill>
          <a:latin typeface="+mn-lt"/>
          <a:ea typeface="+mn-ea"/>
        </a:defRPr>
      </a:lvl3pPr>
      <a:lvl4pPr marL="1600200" indent="-228600" algn="just" rtl="0" eaLnBrk="0" fontAlgn="base" hangingPunct="0">
        <a:lnSpc>
          <a:spcPct val="120000"/>
        </a:lnSpc>
        <a:spcBef>
          <a:spcPct val="20000"/>
        </a:spcBef>
        <a:spcAft>
          <a:spcPct val="0"/>
        </a:spcAft>
        <a:buFont typeface="Wingdings" pitchFamily="2" charset="2"/>
        <a:buChar char="§"/>
        <a:defRPr kumimoji="1" sz="2200">
          <a:solidFill>
            <a:schemeClr val="bg2"/>
          </a:solidFill>
          <a:latin typeface="+mn-lt"/>
          <a:ea typeface="+mn-ea"/>
        </a:defRPr>
      </a:lvl4pPr>
      <a:lvl5pPr marL="2057400" indent="-228600" algn="just" rtl="0" eaLnBrk="0" fontAlgn="base" hangingPunct="0">
        <a:lnSpc>
          <a:spcPct val="120000"/>
        </a:lnSpc>
        <a:spcBef>
          <a:spcPct val="20000"/>
        </a:spcBef>
        <a:spcAft>
          <a:spcPct val="0"/>
        </a:spcAft>
        <a:buChar char="•"/>
        <a:defRPr kumimoji="1" sz="2200">
          <a:solidFill>
            <a:schemeClr val="bg2"/>
          </a:solidFill>
          <a:latin typeface="+mn-lt"/>
          <a:ea typeface="+mn-ea"/>
        </a:defRPr>
      </a:lvl5pPr>
      <a:lvl6pPr marL="2514600" indent="-228600" algn="just" rtl="0" eaLnBrk="0" fontAlgn="base" hangingPunct="0">
        <a:lnSpc>
          <a:spcPct val="120000"/>
        </a:lnSpc>
        <a:spcBef>
          <a:spcPct val="20000"/>
        </a:spcBef>
        <a:spcAft>
          <a:spcPct val="0"/>
        </a:spcAft>
        <a:buChar char="•"/>
        <a:defRPr kumimoji="1" sz="2200">
          <a:solidFill>
            <a:schemeClr val="bg2"/>
          </a:solidFill>
          <a:latin typeface="+mn-lt"/>
          <a:ea typeface="+mn-ea"/>
        </a:defRPr>
      </a:lvl6pPr>
      <a:lvl7pPr marL="2971800" indent="-228600" algn="just" rtl="0" eaLnBrk="0" fontAlgn="base" hangingPunct="0">
        <a:lnSpc>
          <a:spcPct val="120000"/>
        </a:lnSpc>
        <a:spcBef>
          <a:spcPct val="20000"/>
        </a:spcBef>
        <a:spcAft>
          <a:spcPct val="0"/>
        </a:spcAft>
        <a:buChar char="•"/>
        <a:defRPr kumimoji="1" sz="2200">
          <a:solidFill>
            <a:schemeClr val="bg2"/>
          </a:solidFill>
          <a:latin typeface="+mn-lt"/>
          <a:ea typeface="+mn-ea"/>
        </a:defRPr>
      </a:lvl7pPr>
      <a:lvl8pPr marL="3429000" indent="-228600" algn="just" rtl="0" eaLnBrk="0" fontAlgn="base" hangingPunct="0">
        <a:lnSpc>
          <a:spcPct val="120000"/>
        </a:lnSpc>
        <a:spcBef>
          <a:spcPct val="20000"/>
        </a:spcBef>
        <a:spcAft>
          <a:spcPct val="0"/>
        </a:spcAft>
        <a:buChar char="•"/>
        <a:defRPr kumimoji="1" sz="2200">
          <a:solidFill>
            <a:schemeClr val="bg2"/>
          </a:solidFill>
          <a:latin typeface="+mn-lt"/>
          <a:ea typeface="+mn-ea"/>
        </a:defRPr>
      </a:lvl8pPr>
      <a:lvl9pPr marL="3886200" indent="-228600" algn="just" rtl="0" eaLnBrk="0" fontAlgn="base" hangingPunct="0">
        <a:lnSpc>
          <a:spcPct val="120000"/>
        </a:lnSpc>
        <a:spcBef>
          <a:spcPct val="20000"/>
        </a:spcBef>
        <a:spcAft>
          <a:spcPct val="0"/>
        </a:spcAft>
        <a:buChar char="•"/>
        <a:defRPr kumimoji="1" sz="2200">
          <a:solidFill>
            <a:schemeClr val="bg2"/>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6"/>
          <p:cNvSpPr>
            <a:spLocks noGrp="1" noChangeArrowheads="1"/>
          </p:cNvSpPr>
          <p:nvPr>
            <p:ph type="subTitle" idx="4294967295"/>
          </p:nvPr>
        </p:nvSpPr>
        <p:spPr>
          <a:xfrm>
            <a:off x="1371600" y="3886200"/>
            <a:ext cx="6400800" cy="1752600"/>
          </a:xfr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indent="0" algn="ctr" eaLnBrk="1">
              <a:lnSpc>
                <a:spcPct val="100000"/>
              </a:lnSpc>
              <a:spcBef>
                <a:spcPct val="0"/>
              </a:spcBef>
              <a:buFont typeface="Wingdings" pitchFamily="2" charset="2"/>
              <a:buNone/>
            </a:pPr>
            <a:endParaRPr lang="zh-TW" altLang="en-US" smtClean="0"/>
          </a:p>
        </p:txBody>
      </p:sp>
      <p:sp>
        <p:nvSpPr>
          <p:cNvPr id="7171" name="Rectangle 7"/>
          <p:cNvSpPr>
            <a:spLocks noGrp="1" noChangeArrowheads="1"/>
          </p:cNvSpPr>
          <p:nvPr>
            <p:ph type="ctrTitle"/>
          </p:nvPr>
        </p:nvSpPr>
        <p:spPr/>
        <p:txBody>
          <a:bodyPr/>
          <a:lstStyle/>
          <a:p>
            <a:pPr eaLnBrk="1"/>
            <a:r>
              <a:rPr lang="zh-TW" altLang="en-US" smtClean="0"/>
              <a:t>第七章 結構化分析與設計</a:t>
            </a:r>
            <a:r>
              <a:rPr lang="en-US" altLang="zh-TW" smtClean="0"/>
              <a:t>—</a:t>
            </a:r>
            <a:r>
              <a:rPr lang="zh-TW" altLang="en-US" smtClean="0"/>
              <a:t>資料塑模</a:t>
            </a:r>
          </a:p>
        </p:txBody>
      </p:sp>
    </p:spTree>
  </p:cSld>
  <p:clrMapOvr>
    <a:masterClrMapping/>
  </p:clrMapOvr>
  <p:transition spd="med">
    <p:rand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8"/>
          <p:cNvSpPr>
            <a:spLocks noGrp="1" noChangeArrowheads="1"/>
          </p:cNvSpPr>
          <p:nvPr>
            <p:ph type="body" idx="1"/>
          </p:nvPr>
        </p:nvSpPr>
        <p:spPr/>
        <p:txBody>
          <a:bodyPr/>
          <a:lstStyle/>
          <a:p>
            <a:pPr eaLnBrk="1">
              <a:buFont typeface="Wingdings" pitchFamily="2" charset="2"/>
              <a:buNone/>
            </a:pPr>
            <a:r>
              <a:rPr lang="zh-TW" altLang="en-US" smtClean="0"/>
              <a:t>學習目標</a:t>
            </a:r>
          </a:p>
          <a:p>
            <a:pPr eaLnBrk="1">
              <a:buFont typeface="Wingdings" pitchFamily="2" charset="2"/>
              <a:buNone/>
            </a:pPr>
            <a:r>
              <a:rPr lang="en-US" altLang="zh-TW" smtClean="0"/>
              <a:t>7.1 </a:t>
            </a:r>
            <a:r>
              <a:rPr lang="zh-TW" altLang="en-US" smtClean="0"/>
              <a:t>導論</a:t>
            </a:r>
          </a:p>
          <a:p>
            <a:pPr eaLnBrk="1">
              <a:buFont typeface="Wingdings" pitchFamily="2" charset="2"/>
              <a:buNone/>
            </a:pPr>
            <a:r>
              <a:rPr lang="en-US" altLang="zh-TW" smtClean="0"/>
              <a:t>7.2 </a:t>
            </a:r>
            <a:r>
              <a:rPr lang="zh-TW" altLang="en-US" smtClean="0"/>
              <a:t>資料塑模工具</a:t>
            </a:r>
          </a:p>
          <a:p>
            <a:pPr eaLnBrk="1">
              <a:buFont typeface="Wingdings" pitchFamily="2" charset="2"/>
              <a:buNone/>
            </a:pPr>
            <a:r>
              <a:rPr lang="en-US" altLang="zh-TW" smtClean="0"/>
              <a:t>7.3 </a:t>
            </a:r>
            <a:r>
              <a:rPr lang="zh-TW" altLang="en-US" smtClean="0"/>
              <a:t>實體關係圖建構指南</a:t>
            </a:r>
          </a:p>
          <a:p>
            <a:pPr eaLnBrk="1">
              <a:buFont typeface="Wingdings" pitchFamily="2" charset="2"/>
              <a:buNone/>
            </a:pPr>
            <a:r>
              <a:rPr lang="en-US" altLang="zh-TW" smtClean="0"/>
              <a:t>7.4 </a:t>
            </a:r>
            <a:r>
              <a:rPr lang="zh-TW" altLang="en-US" smtClean="0"/>
              <a:t>實體關係圖轉關聯表</a:t>
            </a:r>
          </a:p>
          <a:p>
            <a:pPr eaLnBrk="1">
              <a:buFont typeface="Wingdings" pitchFamily="2" charset="2"/>
              <a:buNone/>
            </a:pPr>
            <a:r>
              <a:rPr lang="en-US" altLang="zh-TW" smtClean="0"/>
              <a:t>7.5 </a:t>
            </a:r>
            <a:r>
              <a:rPr lang="zh-TW" altLang="en-US" smtClean="0"/>
              <a:t>正規化</a:t>
            </a:r>
          </a:p>
          <a:p>
            <a:pPr eaLnBrk="1">
              <a:buFont typeface="Wingdings" pitchFamily="2" charset="2"/>
              <a:buNone/>
            </a:pPr>
            <a:r>
              <a:rPr lang="en-US" altLang="zh-TW" smtClean="0"/>
              <a:t>7.6 </a:t>
            </a:r>
            <a:r>
              <a:rPr lang="zh-TW" altLang="en-US" smtClean="0"/>
              <a:t>結論 </a:t>
            </a:r>
          </a:p>
        </p:txBody>
      </p:sp>
      <p:sp>
        <p:nvSpPr>
          <p:cNvPr id="8195" name="Rectangle 9"/>
          <p:cNvSpPr>
            <a:spLocks noGrp="1" noChangeArrowheads="1"/>
          </p:cNvSpPr>
          <p:nvPr>
            <p:ph type="title"/>
          </p:nvPr>
        </p:nvSpPr>
        <p:spPr/>
        <p:txBody>
          <a:bodyPr/>
          <a:lstStyle/>
          <a:p>
            <a:pPr eaLnBrk="1"/>
            <a:r>
              <a:rPr lang="zh-TW" altLang="en-US" smtClean="0"/>
              <a:t>內容大綱</a:t>
            </a:r>
          </a:p>
        </p:txBody>
      </p:sp>
    </p:spTree>
  </p:cSld>
  <p:clrMapOvr>
    <a:masterClrMapping/>
  </p:clrMapOvr>
  <p:transition spd="med">
    <p:rand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8"/>
          <p:cNvSpPr>
            <a:spLocks noGrp="1" noChangeArrowheads="1"/>
          </p:cNvSpPr>
          <p:nvPr>
            <p:ph type="body" idx="1"/>
          </p:nvPr>
        </p:nvSpPr>
        <p:spPr/>
        <p:txBody>
          <a:bodyPr/>
          <a:lstStyle/>
          <a:p>
            <a:pPr eaLnBrk="1">
              <a:buFont typeface="Wingdings" pitchFamily="2" charset="2"/>
              <a:buNone/>
            </a:pPr>
            <a:r>
              <a:rPr lang="zh-TW" altLang="en-US" smtClean="0"/>
              <a:t>詳讀本章，你至少能瞭解：</a:t>
            </a:r>
          </a:p>
          <a:p>
            <a:pPr eaLnBrk="1"/>
            <a:r>
              <a:rPr lang="zh-TW" altLang="en-US" smtClean="0"/>
              <a:t>何謂實體關係圖。</a:t>
            </a:r>
          </a:p>
          <a:p>
            <a:pPr eaLnBrk="1"/>
            <a:r>
              <a:rPr lang="zh-TW" altLang="en-US" smtClean="0"/>
              <a:t>實體關係圖之種類與元件。</a:t>
            </a:r>
          </a:p>
          <a:p>
            <a:pPr eaLnBrk="1"/>
            <a:r>
              <a:rPr lang="zh-TW" altLang="en-US" smtClean="0"/>
              <a:t>實體關係圖建構策略與指南。</a:t>
            </a:r>
          </a:p>
          <a:p>
            <a:pPr eaLnBrk="1"/>
            <a:r>
              <a:rPr lang="zh-TW" altLang="en-US" smtClean="0"/>
              <a:t>實體關係圖轉成關聯表之法則。</a:t>
            </a:r>
          </a:p>
          <a:p>
            <a:pPr eaLnBrk="1"/>
            <a:r>
              <a:rPr lang="zh-TW" altLang="en-US" smtClean="0"/>
              <a:t>如何將實體關係圖轉成關聯表，並進行正規化以設計資料庫。 </a:t>
            </a:r>
          </a:p>
        </p:txBody>
      </p:sp>
      <p:sp>
        <p:nvSpPr>
          <p:cNvPr id="9219" name="Rectangle 9"/>
          <p:cNvSpPr>
            <a:spLocks noGrp="1" noChangeArrowheads="1"/>
          </p:cNvSpPr>
          <p:nvPr>
            <p:ph type="title"/>
          </p:nvPr>
        </p:nvSpPr>
        <p:spPr/>
        <p:txBody>
          <a:bodyPr/>
          <a:lstStyle/>
          <a:p>
            <a:pPr eaLnBrk="1"/>
            <a:r>
              <a:rPr lang="zh-TW" altLang="en-US" smtClean="0"/>
              <a:t>學習目標</a:t>
            </a:r>
          </a:p>
        </p:txBody>
      </p:sp>
    </p:spTree>
  </p:cSld>
  <p:clrMapOvr>
    <a:masterClrMapping/>
  </p:clrMapOvr>
  <p:transition spd="med">
    <p:rand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idx="1"/>
          </p:nvPr>
        </p:nvSpPr>
        <p:spPr/>
        <p:txBody>
          <a:bodyPr/>
          <a:lstStyle/>
          <a:p>
            <a:pPr eaLnBrk="1"/>
            <a:endParaRPr lang="zh-TW" altLang="en-US" smtClean="0"/>
          </a:p>
        </p:txBody>
      </p:sp>
      <p:pic>
        <p:nvPicPr>
          <p:cNvPr id="1229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8688" y="1785938"/>
            <a:ext cx="72898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2" name="Rectangle 8"/>
          <p:cNvSpPr>
            <a:spLocks noGrp="1" noChangeArrowheads="1"/>
          </p:cNvSpPr>
          <p:nvPr>
            <p:ph type="title"/>
          </p:nvPr>
        </p:nvSpPr>
        <p:spPr/>
        <p:txBody>
          <a:bodyPr/>
          <a:lstStyle/>
          <a:p>
            <a:pPr eaLnBrk="1"/>
            <a:r>
              <a:rPr lang="zh-TW" altLang="en-US" smtClean="0"/>
              <a:t>表</a:t>
            </a:r>
            <a:r>
              <a:rPr lang="en-US" altLang="zh-TW" smtClean="0"/>
              <a:t>7-1 </a:t>
            </a:r>
            <a:r>
              <a:rPr lang="zh-TW" altLang="en-US" smtClean="0"/>
              <a:t>實體關係圖之元件符號</a:t>
            </a:r>
          </a:p>
        </p:txBody>
      </p:sp>
    </p:spTree>
  </p:cSld>
  <p:clrMapOvr>
    <a:masterClrMapping/>
  </p:clrMapOvr>
  <p:transition spd="med">
    <p:rand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title"/>
          </p:nvPr>
        </p:nvSpPr>
        <p:spPr/>
        <p:txBody>
          <a:bodyPr/>
          <a:lstStyle/>
          <a:p>
            <a:pPr eaLnBrk="1"/>
            <a:r>
              <a:rPr lang="zh-TW" altLang="en-US" smtClean="0"/>
              <a:t>圖</a:t>
            </a:r>
            <a:r>
              <a:rPr lang="en-US" altLang="zh-TW" smtClean="0"/>
              <a:t>7-1 ERD</a:t>
            </a:r>
            <a:r>
              <a:rPr lang="zh-TW" altLang="en-US" smtClean="0"/>
              <a:t>範例</a:t>
            </a:r>
          </a:p>
        </p:txBody>
      </p:sp>
      <p:pic>
        <p:nvPicPr>
          <p:cNvPr id="14339" name="Picture 10" descr="z-vb157d-f7-1"/>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8214" t="25116" r="3192" b="4573"/>
          <a:stretch>
            <a:fillRect/>
          </a:stretch>
        </p:blipFill>
        <p:spPr>
          <a:xfrm>
            <a:off x="684213" y="2349500"/>
            <a:ext cx="8064500" cy="25590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5"/>
          <p:cNvSpPr>
            <a:spLocks noChangeArrowheads="1"/>
          </p:cNvSpPr>
          <p:nvPr/>
        </p:nvSpPr>
        <p:spPr bwMode="auto">
          <a:xfrm>
            <a:off x="3314700" y="29003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lnSpc>
                <a:spcPct val="120000"/>
              </a:lnSpc>
              <a:spcBef>
                <a:spcPct val="20000"/>
              </a:spcBef>
              <a:buFont typeface="Wingdings" pitchFamily="2" charset="2"/>
              <a:buChar char="q"/>
              <a:defRPr kumimoji="1" sz="22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buChar char="l"/>
              <a:defRPr kumimoji="1" sz="2200">
                <a:solidFill>
                  <a:schemeClr val="bg2"/>
                </a:solidFill>
                <a:latin typeface="Times New Roman" pitchFamily="18" charset="0"/>
                <a:ea typeface="新細明體" pitchFamily="18" charset="-120"/>
              </a:defRPr>
            </a:lvl2pPr>
            <a:lvl3pPr marL="11430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buChar char="§"/>
              <a:defRPr kumimoji="1" sz="2200">
                <a:solidFill>
                  <a:schemeClr val="bg2"/>
                </a:solidFill>
                <a:latin typeface="Times New Roman" pitchFamily="18" charset="0"/>
                <a:ea typeface="新細明體" pitchFamily="18" charset="-120"/>
              </a:defRPr>
            </a:lvl4pPr>
            <a:lvl5pPr marL="20574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5pPr>
            <a:lvl6pPr marL="25146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6pPr>
            <a:lvl7pPr marL="29718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7pPr>
            <a:lvl8pPr marL="34290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8pPr>
            <a:lvl9pPr marL="38862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9pPr>
          </a:lstStyle>
          <a:p>
            <a:pPr eaLnBrk="1" hangingPunct="1">
              <a:spcBef>
                <a:spcPct val="0"/>
              </a:spcBef>
              <a:buFontTx/>
              <a:buNone/>
            </a:pPr>
            <a:endParaRPr lang="zh-TW" altLang="en-US" sz="1800">
              <a:solidFill>
                <a:schemeClr val="tx1"/>
              </a:solidFill>
            </a:endParaRPr>
          </a:p>
        </p:txBody>
      </p:sp>
      <p:sp>
        <p:nvSpPr>
          <p:cNvPr id="19459" name="Rectangle 12"/>
          <p:cNvSpPr>
            <a:spLocks noGrp="1" noChangeArrowheads="1"/>
          </p:cNvSpPr>
          <p:nvPr>
            <p:ph type="title"/>
          </p:nvPr>
        </p:nvSpPr>
        <p:spPr/>
        <p:txBody>
          <a:bodyPr/>
          <a:lstStyle/>
          <a:p>
            <a:pPr eaLnBrk="1"/>
            <a:r>
              <a:rPr lang="zh-TW" altLang="en-US" smtClean="0"/>
              <a:t>圖</a:t>
            </a:r>
            <a:r>
              <a:rPr lang="en-US" altLang="zh-TW" smtClean="0"/>
              <a:t>7-2 </a:t>
            </a:r>
            <a:r>
              <a:rPr lang="zh-TW" altLang="en-US" smtClean="0"/>
              <a:t>實體類型與其屬性</a:t>
            </a:r>
          </a:p>
        </p:txBody>
      </p:sp>
      <p:pic>
        <p:nvPicPr>
          <p:cNvPr id="19460" name="Picture 13" descr="z-vb157d-f7-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25674" t="20529"/>
          <a:stretch>
            <a:fillRect/>
          </a:stretch>
        </p:blipFill>
        <p:spPr>
          <a:xfrm>
            <a:off x="1619250" y="1700213"/>
            <a:ext cx="6408738" cy="43195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5"/>
          <p:cNvSpPr>
            <a:spLocks noChangeArrowheads="1"/>
          </p:cNvSpPr>
          <p:nvPr/>
        </p:nvSpPr>
        <p:spPr bwMode="auto">
          <a:xfrm>
            <a:off x="3276600" y="27479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lnSpc>
                <a:spcPct val="120000"/>
              </a:lnSpc>
              <a:spcBef>
                <a:spcPct val="20000"/>
              </a:spcBef>
              <a:buFont typeface="Wingdings" pitchFamily="2" charset="2"/>
              <a:buChar char="q"/>
              <a:defRPr kumimoji="1" sz="22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buChar char="l"/>
              <a:defRPr kumimoji="1" sz="2200">
                <a:solidFill>
                  <a:schemeClr val="bg2"/>
                </a:solidFill>
                <a:latin typeface="Times New Roman" pitchFamily="18" charset="0"/>
                <a:ea typeface="新細明體" pitchFamily="18" charset="-120"/>
              </a:defRPr>
            </a:lvl2pPr>
            <a:lvl3pPr marL="11430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buChar char="§"/>
              <a:defRPr kumimoji="1" sz="2200">
                <a:solidFill>
                  <a:schemeClr val="bg2"/>
                </a:solidFill>
                <a:latin typeface="Times New Roman" pitchFamily="18" charset="0"/>
                <a:ea typeface="新細明體" pitchFamily="18" charset="-120"/>
              </a:defRPr>
            </a:lvl4pPr>
            <a:lvl5pPr marL="20574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5pPr>
            <a:lvl6pPr marL="25146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6pPr>
            <a:lvl7pPr marL="29718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7pPr>
            <a:lvl8pPr marL="34290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8pPr>
            <a:lvl9pPr marL="38862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9pPr>
          </a:lstStyle>
          <a:p>
            <a:pPr eaLnBrk="1" hangingPunct="1">
              <a:spcBef>
                <a:spcPct val="0"/>
              </a:spcBef>
              <a:buFontTx/>
              <a:buNone/>
            </a:pPr>
            <a:endParaRPr lang="zh-TW" altLang="en-US" sz="1800">
              <a:solidFill>
                <a:schemeClr val="tx1"/>
              </a:solidFill>
            </a:endParaRPr>
          </a:p>
        </p:txBody>
      </p:sp>
      <p:sp>
        <p:nvSpPr>
          <p:cNvPr id="22531" name="Rectangle 12"/>
          <p:cNvSpPr>
            <a:spLocks noGrp="1" noChangeArrowheads="1"/>
          </p:cNvSpPr>
          <p:nvPr>
            <p:ph type="title"/>
          </p:nvPr>
        </p:nvSpPr>
        <p:spPr/>
        <p:txBody>
          <a:bodyPr/>
          <a:lstStyle/>
          <a:p>
            <a:pPr eaLnBrk="1"/>
            <a:r>
              <a:rPr lang="zh-TW" altLang="en-US" smtClean="0"/>
              <a:t>圖</a:t>
            </a:r>
            <a:r>
              <a:rPr lang="en-US" altLang="zh-TW" smtClean="0"/>
              <a:t>7-3 </a:t>
            </a:r>
            <a:r>
              <a:rPr lang="zh-TW" altLang="en-US" smtClean="0"/>
              <a:t>實體類型與多值屬性範例</a:t>
            </a:r>
          </a:p>
        </p:txBody>
      </p:sp>
      <p:pic>
        <p:nvPicPr>
          <p:cNvPr id="22532" name="Picture 13" descr="z-vb157d-f7-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21146" t="25116" r="4828"/>
          <a:stretch>
            <a:fillRect/>
          </a:stretch>
        </p:blipFill>
        <p:spPr>
          <a:xfrm>
            <a:off x="1331913" y="2060575"/>
            <a:ext cx="6553200" cy="28479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5"/>
          <p:cNvSpPr>
            <a:spLocks noChangeArrowheads="1"/>
          </p:cNvSpPr>
          <p:nvPr/>
        </p:nvSpPr>
        <p:spPr bwMode="auto">
          <a:xfrm>
            <a:off x="2681288" y="27622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lnSpc>
                <a:spcPct val="120000"/>
              </a:lnSpc>
              <a:spcBef>
                <a:spcPct val="20000"/>
              </a:spcBef>
              <a:buFont typeface="Wingdings" pitchFamily="2" charset="2"/>
              <a:buChar char="q"/>
              <a:defRPr kumimoji="1" sz="22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buChar char="l"/>
              <a:defRPr kumimoji="1" sz="2200">
                <a:solidFill>
                  <a:schemeClr val="bg2"/>
                </a:solidFill>
                <a:latin typeface="Times New Roman" pitchFamily="18" charset="0"/>
                <a:ea typeface="新細明體" pitchFamily="18" charset="-120"/>
              </a:defRPr>
            </a:lvl2pPr>
            <a:lvl3pPr marL="11430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buChar char="§"/>
              <a:defRPr kumimoji="1" sz="2200">
                <a:solidFill>
                  <a:schemeClr val="bg2"/>
                </a:solidFill>
                <a:latin typeface="Times New Roman" pitchFamily="18" charset="0"/>
                <a:ea typeface="新細明體" pitchFamily="18" charset="-120"/>
              </a:defRPr>
            </a:lvl4pPr>
            <a:lvl5pPr marL="20574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5pPr>
            <a:lvl6pPr marL="25146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6pPr>
            <a:lvl7pPr marL="29718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7pPr>
            <a:lvl8pPr marL="34290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8pPr>
            <a:lvl9pPr marL="38862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9pPr>
          </a:lstStyle>
          <a:p>
            <a:pPr eaLnBrk="1" hangingPunct="1">
              <a:spcBef>
                <a:spcPct val="0"/>
              </a:spcBef>
              <a:buFontTx/>
              <a:buNone/>
            </a:pPr>
            <a:endParaRPr lang="zh-TW" altLang="en-US" sz="1800">
              <a:solidFill>
                <a:schemeClr val="tx1"/>
              </a:solidFill>
            </a:endParaRPr>
          </a:p>
        </p:txBody>
      </p:sp>
      <p:sp>
        <p:nvSpPr>
          <p:cNvPr id="23555" name="Rectangle 102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20000"/>
              </a:lnSpc>
              <a:spcBef>
                <a:spcPct val="20000"/>
              </a:spcBef>
              <a:buFont typeface="Wingdings" pitchFamily="2" charset="2"/>
              <a:buChar char="q"/>
              <a:defRPr kumimoji="1" sz="22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buChar char="l"/>
              <a:defRPr kumimoji="1" sz="2200">
                <a:solidFill>
                  <a:schemeClr val="bg2"/>
                </a:solidFill>
                <a:latin typeface="Times New Roman" pitchFamily="18" charset="0"/>
                <a:ea typeface="新細明體" pitchFamily="18" charset="-120"/>
              </a:defRPr>
            </a:lvl2pPr>
            <a:lvl3pPr marL="11430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buChar char="§"/>
              <a:defRPr kumimoji="1" sz="2200">
                <a:solidFill>
                  <a:schemeClr val="bg2"/>
                </a:solidFill>
                <a:latin typeface="Times New Roman" pitchFamily="18" charset="0"/>
                <a:ea typeface="新細明體" pitchFamily="18" charset="-120"/>
              </a:defRPr>
            </a:lvl4pPr>
            <a:lvl5pPr marL="20574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5pPr>
            <a:lvl6pPr marL="25146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6pPr>
            <a:lvl7pPr marL="29718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7pPr>
            <a:lvl8pPr marL="34290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8pPr>
            <a:lvl9pPr marL="38862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9pPr>
          </a:lstStyle>
          <a:p>
            <a:pPr eaLnBrk="1" hangingPunct="1">
              <a:spcBef>
                <a:spcPct val="0"/>
              </a:spcBef>
              <a:buFontTx/>
              <a:buNone/>
            </a:pPr>
            <a:endParaRPr lang="zh-TW" altLang="en-US" sz="1800">
              <a:solidFill>
                <a:schemeClr val="tx1"/>
              </a:solidFill>
            </a:endParaRPr>
          </a:p>
        </p:txBody>
      </p:sp>
      <p:sp>
        <p:nvSpPr>
          <p:cNvPr id="23556" name="Rectangle 10"/>
          <p:cNvSpPr>
            <a:spLocks noGrp="1" noChangeArrowheads="1"/>
          </p:cNvSpPr>
          <p:nvPr>
            <p:ph type="title"/>
          </p:nvPr>
        </p:nvSpPr>
        <p:spPr/>
        <p:txBody>
          <a:bodyPr/>
          <a:lstStyle/>
          <a:p>
            <a:pPr eaLnBrk="1"/>
            <a:r>
              <a:rPr lang="zh-TW" altLang="en-US" smtClean="0"/>
              <a:t>圖</a:t>
            </a:r>
            <a:r>
              <a:rPr lang="en-US" altLang="zh-TW" smtClean="0"/>
              <a:t>7-4 </a:t>
            </a:r>
            <a:r>
              <a:rPr lang="zh-TW" altLang="en-US" smtClean="0"/>
              <a:t>實體類型與弱實體類型範例</a:t>
            </a:r>
          </a:p>
        </p:txBody>
      </p:sp>
      <p:pic>
        <p:nvPicPr>
          <p:cNvPr id="23557" name="Picture 12" descr="z-vb157d-f7-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11790" t="25116" r="3815"/>
          <a:stretch>
            <a:fillRect/>
          </a:stretch>
        </p:blipFill>
        <p:spPr>
          <a:xfrm>
            <a:off x="1116013" y="2133600"/>
            <a:ext cx="7489825" cy="27019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9"/>
          <p:cNvSpPr>
            <a:spLocks noGrp="1" noChangeArrowheads="1"/>
          </p:cNvSpPr>
          <p:nvPr>
            <p:ph type="title"/>
          </p:nvPr>
        </p:nvSpPr>
        <p:spPr/>
        <p:txBody>
          <a:bodyPr/>
          <a:lstStyle/>
          <a:p>
            <a:pPr eaLnBrk="1"/>
            <a:r>
              <a:rPr lang="en-US" altLang="zh-TW" smtClean="0"/>
              <a:t>7.2 </a:t>
            </a:r>
            <a:r>
              <a:rPr lang="zh-TW" altLang="en-US" smtClean="0"/>
              <a:t>資料塑模工具</a:t>
            </a:r>
            <a:r>
              <a:rPr lang="en-US" altLang="zh-TW" smtClean="0"/>
              <a:t>(c.16)</a:t>
            </a:r>
            <a:endParaRPr lang="zh-TW" altLang="en-US" smtClean="0"/>
          </a:p>
        </p:txBody>
      </p:sp>
      <p:sp>
        <p:nvSpPr>
          <p:cNvPr id="27651" name="Rectangle 10"/>
          <p:cNvSpPr>
            <a:spLocks noGrp="1" noChangeArrowheads="1"/>
          </p:cNvSpPr>
          <p:nvPr>
            <p:ph type="body" sz="half" idx="1"/>
          </p:nvPr>
        </p:nvSpPr>
        <p:spPr/>
        <p:txBody>
          <a:bodyPr/>
          <a:lstStyle/>
          <a:p>
            <a:pPr eaLnBrk="1"/>
            <a:r>
              <a:rPr lang="zh-TW" altLang="en-US" sz="2000" smtClean="0"/>
              <a:t>單一關係</a:t>
            </a:r>
          </a:p>
          <a:p>
            <a:pPr lvl="1" eaLnBrk="1"/>
            <a:r>
              <a:rPr lang="zh-TW" altLang="zh-TW" sz="2000" smtClean="0"/>
              <a:t>單一關係又稱為遞迴關係</a:t>
            </a:r>
            <a:r>
              <a:rPr lang="en-US" altLang="zh-TW" sz="2000" smtClean="0"/>
              <a:t>(Recursive Relationship)</a:t>
            </a:r>
            <a:r>
              <a:rPr lang="zh-TW" altLang="zh-TW" sz="2000" smtClean="0"/>
              <a:t>或自我關聯</a:t>
            </a:r>
            <a:r>
              <a:rPr lang="en-US" altLang="zh-TW" sz="2000" smtClean="0"/>
              <a:t>(Self-join)</a:t>
            </a:r>
            <a:r>
              <a:rPr lang="zh-TW" altLang="zh-TW" sz="2000" smtClean="0"/>
              <a:t>，此關係是建立在一實體類型之案例間。例如人是一實體類型，一個人</a:t>
            </a:r>
            <a:r>
              <a:rPr lang="en-US" altLang="zh-TW" sz="2000" smtClean="0"/>
              <a:t>(</a:t>
            </a:r>
            <a:r>
              <a:rPr lang="zh-TW" altLang="zh-TW" sz="2000" smtClean="0"/>
              <a:t>案例</a:t>
            </a:r>
            <a:r>
              <a:rPr lang="en-US" altLang="zh-TW" sz="2000" smtClean="0"/>
              <a:t>)</a:t>
            </a:r>
            <a:r>
              <a:rPr lang="zh-TW" altLang="zh-TW" sz="2000" smtClean="0"/>
              <a:t>可以與另一個人</a:t>
            </a:r>
            <a:r>
              <a:rPr lang="en-US" altLang="zh-TW" sz="2000" smtClean="0"/>
              <a:t>(</a:t>
            </a:r>
            <a:r>
              <a:rPr lang="zh-TW" altLang="zh-TW" sz="2000" smtClean="0"/>
              <a:t>案例</a:t>
            </a:r>
            <a:r>
              <a:rPr lang="en-US" altLang="zh-TW" sz="2000" smtClean="0"/>
              <a:t>)</a:t>
            </a:r>
            <a:r>
              <a:rPr lang="zh-TW" altLang="zh-TW" sz="2000" smtClean="0"/>
              <a:t>有一對一的婚姻關係</a:t>
            </a:r>
            <a:r>
              <a:rPr lang="en-US" altLang="zh-TW" sz="2000" smtClean="0"/>
              <a:t>(</a:t>
            </a:r>
            <a:r>
              <a:rPr lang="zh-TW" altLang="zh-TW" sz="2000" smtClean="0"/>
              <a:t>如</a:t>
            </a:r>
            <a:r>
              <a:rPr lang="zh-TW" altLang="en-US" sz="2000" smtClean="0"/>
              <a:t>下</a:t>
            </a:r>
            <a:r>
              <a:rPr lang="zh-TW" altLang="zh-TW" sz="2000" smtClean="0"/>
              <a:t>圖</a:t>
            </a:r>
            <a:r>
              <a:rPr lang="en-US" altLang="zh-TW" sz="2000" smtClean="0"/>
              <a:t>)</a:t>
            </a:r>
            <a:r>
              <a:rPr lang="zh-TW" altLang="zh-TW" sz="2000" smtClean="0"/>
              <a:t> </a:t>
            </a:r>
            <a:r>
              <a:rPr lang="zh-TW" altLang="en-US" sz="2000" smtClean="0"/>
              <a:t>。</a:t>
            </a:r>
          </a:p>
          <a:p>
            <a:pPr lvl="2" eaLnBrk="1"/>
            <a:endParaRPr lang="en-US" altLang="zh-TW" sz="2000" smtClean="0"/>
          </a:p>
        </p:txBody>
      </p:sp>
      <p:pic>
        <p:nvPicPr>
          <p:cNvPr id="27652" name="Picture 12" descr="z-vb157d-f7-5a"/>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l="41411" t="35339" r="8409" b="6799"/>
          <a:stretch>
            <a:fillRect/>
          </a:stretch>
        </p:blipFill>
        <p:spPr>
          <a:xfrm>
            <a:off x="2987675" y="3644900"/>
            <a:ext cx="3816350" cy="17192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10"/>
          <p:cNvSpPr>
            <a:spLocks noGrp="1" noChangeArrowheads="1"/>
          </p:cNvSpPr>
          <p:nvPr>
            <p:ph type="body" sz="half" idx="1"/>
          </p:nvPr>
        </p:nvSpPr>
        <p:spPr/>
        <p:txBody>
          <a:bodyPr/>
          <a:lstStyle/>
          <a:p>
            <a:pPr lvl="1" eaLnBrk="1"/>
            <a:r>
              <a:rPr lang="zh-TW" altLang="zh-TW" sz="2000" smtClean="0"/>
              <a:t>另一可能的情況是，員工是一實體類型，許多員工</a:t>
            </a:r>
            <a:r>
              <a:rPr lang="en-US" altLang="zh-TW" sz="2000" smtClean="0"/>
              <a:t>(</a:t>
            </a:r>
            <a:r>
              <a:rPr lang="zh-TW" altLang="zh-TW" sz="2000" smtClean="0"/>
              <a:t>案例</a:t>
            </a:r>
            <a:r>
              <a:rPr lang="en-US" altLang="zh-TW" sz="2000" smtClean="0"/>
              <a:t>)</a:t>
            </a:r>
            <a:r>
              <a:rPr lang="zh-TW" altLang="zh-TW" sz="2000" smtClean="0"/>
              <a:t>向某一特定管理者</a:t>
            </a:r>
            <a:r>
              <a:rPr lang="en-US" altLang="zh-TW" sz="2000" smtClean="0"/>
              <a:t>(</a:t>
            </a:r>
            <a:r>
              <a:rPr lang="zh-TW" altLang="zh-TW" sz="2000" smtClean="0"/>
              <a:t>案例</a:t>
            </a:r>
            <a:r>
              <a:rPr lang="en-US" altLang="zh-TW" sz="2000" smtClean="0"/>
              <a:t>)</a:t>
            </a:r>
            <a:r>
              <a:rPr lang="zh-TW" altLang="zh-TW" sz="2000" smtClean="0"/>
              <a:t>報告或管理者可管理許多員工，這是一對多的單一</a:t>
            </a:r>
            <a:r>
              <a:rPr lang="en-US" altLang="zh-TW" sz="2000" smtClean="0"/>
              <a:t>(</a:t>
            </a:r>
            <a:r>
              <a:rPr lang="zh-TW" altLang="zh-TW" sz="2000" smtClean="0"/>
              <a:t>遞迴</a:t>
            </a:r>
            <a:r>
              <a:rPr lang="en-US" altLang="zh-TW" sz="2000" smtClean="0"/>
              <a:t>)</a:t>
            </a:r>
            <a:r>
              <a:rPr lang="zh-TW" altLang="zh-TW" sz="2000" smtClean="0"/>
              <a:t>關係</a:t>
            </a:r>
            <a:r>
              <a:rPr lang="en-US" altLang="zh-TW" sz="2000" smtClean="0"/>
              <a:t>(</a:t>
            </a:r>
            <a:r>
              <a:rPr lang="zh-TW" altLang="en-US" sz="2000" smtClean="0"/>
              <a:t>如下圖</a:t>
            </a:r>
            <a:r>
              <a:rPr lang="en-US" altLang="zh-TW" sz="2000" smtClean="0"/>
              <a:t>)</a:t>
            </a:r>
            <a:r>
              <a:rPr lang="zh-TW" altLang="en-US" sz="2000" smtClean="0"/>
              <a:t>。</a:t>
            </a:r>
          </a:p>
          <a:p>
            <a:pPr eaLnBrk="1"/>
            <a:endParaRPr lang="zh-TW" altLang="en-US" sz="2000" smtClean="0"/>
          </a:p>
        </p:txBody>
      </p:sp>
      <p:pic>
        <p:nvPicPr>
          <p:cNvPr id="28675" name="Picture 12" descr="z-vb157d-f7-5b"/>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l="34467" t="26382" r="14684"/>
          <a:stretch>
            <a:fillRect/>
          </a:stretch>
        </p:blipFill>
        <p:spPr>
          <a:xfrm>
            <a:off x="2700338" y="3141663"/>
            <a:ext cx="3743325" cy="20208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6" name="Rectangle 13"/>
          <p:cNvSpPr>
            <a:spLocks noGrp="1" noChangeArrowheads="1"/>
          </p:cNvSpPr>
          <p:nvPr>
            <p:ph type="title"/>
          </p:nvPr>
        </p:nvSpPr>
        <p:spPr/>
        <p:txBody>
          <a:bodyPr/>
          <a:lstStyle/>
          <a:p>
            <a:pPr eaLnBrk="1"/>
            <a:r>
              <a:rPr lang="en-US" altLang="zh-TW" smtClean="0"/>
              <a:t>7.2 </a:t>
            </a:r>
            <a:r>
              <a:rPr lang="zh-TW" altLang="en-US" smtClean="0"/>
              <a:t>資料塑模工具</a:t>
            </a:r>
            <a:r>
              <a:rPr lang="en-US" altLang="zh-TW" smtClean="0"/>
              <a:t>(c.17)</a:t>
            </a:r>
            <a:endParaRPr lang="zh-TW" altLang="en-US" smtClean="0"/>
          </a:p>
        </p:txBody>
      </p:sp>
    </p:spTree>
  </p:cSld>
  <p:clrMapOvr>
    <a:masterClrMapping/>
  </p:clrMapOvr>
  <p:transition spd="med">
    <p:rand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8"/>
          <p:cNvSpPr>
            <a:spLocks noGrp="1" noChangeArrowheads="1"/>
          </p:cNvSpPr>
          <p:nvPr>
            <p:ph type="title"/>
          </p:nvPr>
        </p:nvSpPr>
        <p:spPr/>
        <p:txBody>
          <a:bodyPr/>
          <a:lstStyle/>
          <a:p>
            <a:pPr eaLnBrk="1"/>
            <a:r>
              <a:rPr lang="en-US" altLang="zh-TW" smtClean="0"/>
              <a:t>7.2 </a:t>
            </a:r>
            <a:r>
              <a:rPr lang="zh-TW" altLang="en-US" smtClean="0"/>
              <a:t>資料塑模工具</a:t>
            </a:r>
            <a:r>
              <a:rPr lang="en-US" altLang="zh-TW" smtClean="0"/>
              <a:t>(c.18)</a:t>
            </a:r>
            <a:endParaRPr lang="zh-TW" altLang="en-US" smtClean="0"/>
          </a:p>
        </p:txBody>
      </p:sp>
      <p:sp>
        <p:nvSpPr>
          <p:cNvPr id="29699" name="Rectangle 9"/>
          <p:cNvSpPr>
            <a:spLocks noGrp="1" noChangeArrowheads="1"/>
          </p:cNvSpPr>
          <p:nvPr>
            <p:ph type="body" sz="half" idx="1"/>
          </p:nvPr>
        </p:nvSpPr>
        <p:spPr/>
        <p:txBody>
          <a:bodyPr/>
          <a:lstStyle/>
          <a:p>
            <a:pPr eaLnBrk="1" hangingPunct="1"/>
            <a:r>
              <a:rPr lang="zh-TW" altLang="zh-TW" sz="1800" smtClean="0"/>
              <a:t>此外，尚有其他可能之情況。</a:t>
            </a:r>
            <a:r>
              <a:rPr lang="zh-TW" altLang="en-US" sz="1800" smtClean="0"/>
              <a:t>下</a:t>
            </a:r>
            <a:r>
              <a:rPr lang="zh-TW" altLang="zh-TW" sz="1800" smtClean="0"/>
              <a:t>圖表示組件有許多不同數量之零件，其中組件是實體類型，「有零件」為關係之名稱，數量為關係之屬性，表示每個組件包含零件之數量。</a:t>
            </a:r>
            <a:endParaRPr lang="zh-TW" altLang="en-US" sz="1800" smtClean="0"/>
          </a:p>
          <a:p>
            <a:pPr eaLnBrk="1"/>
            <a:endParaRPr lang="zh-TW" altLang="en-US" sz="2000" smtClean="0"/>
          </a:p>
        </p:txBody>
      </p:sp>
      <p:pic>
        <p:nvPicPr>
          <p:cNvPr id="29700" name="Picture 10" descr="z-vb157d-f7-5c"/>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l="24507" t="32596" r="9554"/>
          <a:stretch>
            <a:fillRect/>
          </a:stretch>
        </p:blipFill>
        <p:spPr>
          <a:xfrm>
            <a:off x="1763713" y="2781300"/>
            <a:ext cx="5832475" cy="20701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2"/>
          <p:cNvSpPr>
            <a:spLocks noGrp="1" noChangeArrowheads="1"/>
          </p:cNvSpPr>
          <p:nvPr>
            <p:ph type="title"/>
          </p:nvPr>
        </p:nvSpPr>
        <p:spPr/>
        <p:txBody>
          <a:bodyPr/>
          <a:lstStyle/>
          <a:p>
            <a:pPr eaLnBrk="1"/>
            <a:r>
              <a:rPr lang="en-US" altLang="zh-TW" smtClean="0"/>
              <a:t>7.2 </a:t>
            </a:r>
            <a:r>
              <a:rPr lang="zh-TW" altLang="en-US" smtClean="0"/>
              <a:t>資料塑模工具</a:t>
            </a:r>
            <a:r>
              <a:rPr lang="en-US" altLang="zh-TW" smtClean="0"/>
              <a:t>(c.19)</a:t>
            </a:r>
            <a:endParaRPr lang="zh-TW" altLang="en-US" smtClean="0"/>
          </a:p>
        </p:txBody>
      </p:sp>
      <p:sp>
        <p:nvSpPr>
          <p:cNvPr id="30723" name="Rectangle 13"/>
          <p:cNvSpPr>
            <a:spLocks noGrp="1" noChangeArrowheads="1"/>
          </p:cNvSpPr>
          <p:nvPr>
            <p:ph type="body" sz="half" idx="3"/>
          </p:nvPr>
        </p:nvSpPr>
        <p:spPr>
          <a:xfrm>
            <a:off x="611188" y="1628775"/>
            <a:ext cx="8097837" cy="1152525"/>
          </a:xfrm>
        </p:spPr>
        <p:txBody>
          <a:bodyPr/>
          <a:lstStyle/>
          <a:p>
            <a:pPr eaLnBrk="1"/>
            <a:r>
              <a:rPr lang="zh-TW" altLang="en-US" sz="2000" smtClean="0"/>
              <a:t>二元關係</a:t>
            </a:r>
          </a:p>
          <a:p>
            <a:pPr lvl="1" eaLnBrk="1"/>
            <a:r>
              <a:rPr lang="zh-TW" altLang="zh-TW" sz="2000" smtClean="0"/>
              <a:t>二元關係表示兩個實體類型其案例間之關係，此種關係最常見</a:t>
            </a:r>
            <a:r>
              <a:rPr lang="zh-TW" altLang="en-US" sz="2000" smtClean="0"/>
              <a:t>。</a:t>
            </a:r>
          </a:p>
          <a:p>
            <a:pPr lvl="1" eaLnBrk="1"/>
            <a:endParaRPr lang="en-US" altLang="zh-TW" sz="2000" smtClean="0"/>
          </a:p>
        </p:txBody>
      </p:sp>
      <p:sp>
        <p:nvSpPr>
          <p:cNvPr id="30724" name="Rectangle 5"/>
          <p:cNvSpPr>
            <a:spLocks noChangeArrowheads="1"/>
          </p:cNvSpPr>
          <p:nvPr/>
        </p:nvSpPr>
        <p:spPr bwMode="auto">
          <a:xfrm>
            <a:off x="3490913" y="3186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lnSpc>
                <a:spcPct val="120000"/>
              </a:lnSpc>
              <a:spcBef>
                <a:spcPct val="20000"/>
              </a:spcBef>
              <a:buFont typeface="Wingdings" pitchFamily="2" charset="2"/>
              <a:buChar char="q"/>
              <a:defRPr kumimoji="1" sz="22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buChar char="l"/>
              <a:defRPr kumimoji="1" sz="2200">
                <a:solidFill>
                  <a:schemeClr val="bg2"/>
                </a:solidFill>
                <a:latin typeface="Times New Roman" pitchFamily="18" charset="0"/>
                <a:ea typeface="新細明體" pitchFamily="18" charset="-120"/>
              </a:defRPr>
            </a:lvl2pPr>
            <a:lvl3pPr marL="11430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buChar char="§"/>
              <a:defRPr kumimoji="1" sz="2200">
                <a:solidFill>
                  <a:schemeClr val="bg2"/>
                </a:solidFill>
                <a:latin typeface="Times New Roman" pitchFamily="18" charset="0"/>
                <a:ea typeface="新細明體" pitchFamily="18" charset="-120"/>
              </a:defRPr>
            </a:lvl4pPr>
            <a:lvl5pPr marL="20574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5pPr>
            <a:lvl6pPr marL="25146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6pPr>
            <a:lvl7pPr marL="29718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7pPr>
            <a:lvl8pPr marL="34290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8pPr>
            <a:lvl9pPr marL="38862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9pPr>
          </a:lstStyle>
          <a:p>
            <a:pPr eaLnBrk="1" hangingPunct="1">
              <a:spcBef>
                <a:spcPct val="0"/>
              </a:spcBef>
              <a:buFontTx/>
              <a:buNone/>
            </a:pPr>
            <a:endParaRPr lang="zh-TW" altLang="en-US" sz="1800">
              <a:solidFill>
                <a:schemeClr val="tx1"/>
              </a:solidFill>
            </a:endParaRPr>
          </a:p>
        </p:txBody>
      </p:sp>
      <p:sp>
        <p:nvSpPr>
          <p:cNvPr id="30725" name="Rectangle 7"/>
          <p:cNvSpPr>
            <a:spLocks noChangeArrowheads="1"/>
          </p:cNvSpPr>
          <p:nvPr/>
        </p:nvSpPr>
        <p:spPr bwMode="auto">
          <a:xfrm>
            <a:off x="3414713" y="3186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lnSpc>
                <a:spcPct val="120000"/>
              </a:lnSpc>
              <a:spcBef>
                <a:spcPct val="20000"/>
              </a:spcBef>
              <a:buFont typeface="Wingdings" pitchFamily="2" charset="2"/>
              <a:buChar char="q"/>
              <a:defRPr kumimoji="1" sz="22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buChar char="l"/>
              <a:defRPr kumimoji="1" sz="2200">
                <a:solidFill>
                  <a:schemeClr val="bg2"/>
                </a:solidFill>
                <a:latin typeface="Times New Roman" pitchFamily="18" charset="0"/>
                <a:ea typeface="新細明體" pitchFamily="18" charset="-120"/>
              </a:defRPr>
            </a:lvl2pPr>
            <a:lvl3pPr marL="11430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buChar char="§"/>
              <a:defRPr kumimoji="1" sz="2200">
                <a:solidFill>
                  <a:schemeClr val="bg2"/>
                </a:solidFill>
                <a:latin typeface="Times New Roman" pitchFamily="18" charset="0"/>
                <a:ea typeface="新細明體" pitchFamily="18" charset="-120"/>
              </a:defRPr>
            </a:lvl4pPr>
            <a:lvl5pPr marL="20574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5pPr>
            <a:lvl6pPr marL="25146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6pPr>
            <a:lvl7pPr marL="29718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7pPr>
            <a:lvl8pPr marL="34290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8pPr>
            <a:lvl9pPr marL="38862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9pPr>
          </a:lstStyle>
          <a:p>
            <a:pPr eaLnBrk="1" hangingPunct="1">
              <a:spcBef>
                <a:spcPct val="0"/>
              </a:spcBef>
              <a:buFontTx/>
              <a:buNone/>
            </a:pPr>
            <a:endParaRPr lang="zh-TW" altLang="en-US" sz="1800">
              <a:solidFill>
                <a:schemeClr val="tx1"/>
              </a:solidFill>
            </a:endParaRPr>
          </a:p>
        </p:txBody>
      </p:sp>
      <p:pic>
        <p:nvPicPr>
          <p:cNvPr id="30726" name="Picture 18" descr="z-vb157d-f7-7a"/>
          <p:cNvPicPr>
            <a:picLocks noGrp="1" noChangeAspect="1" noChangeArrowheads="1"/>
          </p:cNvPicPr>
          <p:nvPr>
            <p:ph sz="quarter" idx="1"/>
          </p:nvPr>
        </p:nvPicPr>
        <p:blipFill>
          <a:blip r:embed="rId2" cstate="print">
            <a:extLst>
              <a:ext uri="{28A0092B-C50C-407E-A947-70E740481C1C}">
                <a14:useLocalDpi xmlns:a14="http://schemas.microsoft.com/office/drawing/2010/main" val="0"/>
              </a:ext>
            </a:extLst>
          </a:blip>
          <a:srcRect/>
          <a:stretch>
            <a:fillRect/>
          </a:stretch>
        </p:blipFill>
        <p:spPr>
          <a:xfrm>
            <a:off x="1403350" y="2636838"/>
            <a:ext cx="5903913" cy="17287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7" name="Picture 19" descr="z-vb157d-f7-7b"/>
          <p:cNvPicPr>
            <a:picLocks noGrp="1" noChangeAspect="1" noChangeArrowheads="1"/>
          </p:cNvPicPr>
          <p:nvPr>
            <p:ph sz="quarter" idx="2"/>
          </p:nvPr>
        </p:nvPicPr>
        <p:blipFill>
          <a:blip r:embed="rId3" cstate="print">
            <a:extLst>
              <a:ext uri="{28A0092B-C50C-407E-A947-70E740481C1C}">
                <a14:useLocalDpi xmlns:a14="http://schemas.microsoft.com/office/drawing/2010/main" val="0"/>
              </a:ext>
            </a:extLst>
          </a:blip>
          <a:srcRect/>
          <a:stretch>
            <a:fillRect/>
          </a:stretch>
        </p:blipFill>
        <p:spPr>
          <a:xfrm>
            <a:off x="1258888" y="4076700"/>
            <a:ext cx="5905500" cy="20891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5"/>
          <p:cNvSpPr>
            <a:spLocks noChangeArrowheads="1"/>
          </p:cNvSpPr>
          <p:nvPr/>
        </p:nvSpPr>
        <p:spPr bwMode="auto">
          <a:xfrm>
            <a:off x="3414713" y="3186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lnSpc>
                <a:spcPct val="120000"/>
              </a:lnSpc>
              <a:spcBef>
                <a:spcPct val="20000"/>
              </a:spcBef>
              <a:buFont typeface="Wingdings" pitchFamily="2" charset="2"/>
              <a:buChar char="q"/>
              <a:defRPr kumimoji="1" sz="22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buChar char="l"/>
              <a:defRPr kumimoji="1" sz="2200">
                <a:solidFill>
                  <a:schemeClr val="bg2"/>
                </a:solidFill>
                <a:latin typeface="Times New Roman" pitchFamily="18" charset="0"/>
                <a:ea typeface="新細明體" pitchFamily="18" charset="-120"/>
              </a:defRPr>
            </a:lvl2pPr>
            <a:lvl3pPr marL="11430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buChar char="§"/>
              <a:defRPr kumimoji="1" sz="2200">
                <a:solidFill>
                  <a:schemeClr val="bg2"/>
                </a:solidFill>
                <a:latin typeface="Times New Roman" pitchFamily="18" charset="0"/>
                <a:ea typeface="新細明體" pitchFamily="18" charset="-120"/>
              </a:defRPr>
            </a:lvl4pPr>
            <a:lvl5pPr marL="20574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5pPr>
            <a:lvl6pPr marL="25146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6pPr>
            <a:lvl7pPr marL="29718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7pPr>
            <a:lvl8pPr marL="34290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8pPr>
            <a:lvl9pPr marL="38862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9pPr>
          </a:lstStyle>
          <a:p>
            <a:pPr eaLnBrk="1" hangingPunct="1">
              <a:spcBef>
                <a:spcPct val="0"/>
              </a:spcBef>
              <a:buFontTx/>
              <a:buNone/>
            </a:pPr>
            <a:endParaRPr lang="zh-TW" altLang="en-US" sz="1800">
              <a:solidFill>
                <a:schemeClr val="tx1"/>
              </a:solidFill>
            </a:endParaRPr>
          </a:p>
        </p:txBody>
      </p:sp>
      <p:sp>
        <p:nvSpPr>
          <p:cNvPr id="31747" name="Rectangle 13"/>
          <p:cNvSpPr>
            <a:spLocks noGrp="1" noChangeArrowheads="1"/>
          </p:cNvSpPr>
          <p:nvPr>
            <p:ph type="title"/>
          </p:nvPr>
        </p:nvSpPr>
        <p:spPr/>
        <p:txBody>
          <a:bodyPr/>
          <a:lstStyle/>
          <a:p>
            <a:pPr eaLnBrk="1"/>
            <a:r>
              <a:rPr lang="en-US" altLang="zh-TW" smtClean="0"/>
              <a:t>7.2 </a:t>
            </a:r>
            <a:r>
              <a:rPr lang="zh-TW" altLang="en-US" smtClean="0"/>
              <a:t>資料塑模工具</a:t>
            </a:r>
            <a:r>
              <a:rPr lang="en-US" altLang="zh-TW" smtClean="0"/>
              <a:t>(c.20)</a:t>
            </a:r>
            <a:endParaRPr lang="zh-TW" altLang="en-US" smtClean="0"/>
          </a:p>
        </p:txBody>
      </p:sp>
      <p:pic>
        <p:nvPicPr>
          <p:cNvPr id="31748" name="Picture 15" descr="z-vb157d-f7-7c"/>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900113" y="1557338"/>
            <a:ext cx="7127875" cy="3238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11"/>
          <p:cNvSpPr>
            <a:spLocks noGrp="1" noChangeArrowheads="1"/>
          </p:cNvSpPr>
          <p:nvPr>
            <p:ph type="body" sz="half" idx="1"/>
          </p:nvPr>
        </p:nvSpPr>
        <p:spPr/>
        <p:txBody>
          <a:bodyPr/>
          <a:lstStyle/>
          <a:p>
            <a:pPr eaLnBrk="1"/>
            <a:r>
              <a:rPr lang="zh-TW" altLang="en-US" sz="2000" smtClean="0"/>
              <a:t>三元關係</a:t>
            </a:r>
          </a:p>
          <a:p>
            <a:pPr lvl="1" eaLnBrk="1"/>
            <a:r>
              <a:rPr lang="zh-TW" altLang="zh-TW" sz="2000" smtClean="0"/>
              <a:t>三元關係表示三個實體類型其案例間之共同關係，此關係中每個實體類型可能有一或多個案例參與。</a:t>
            </a:r>
            <a:endParaRPr lang="en-US" altLang="zh-TW" sz="2000" smtClean="0"/>
          </a:p>
          <a:p>
            <a:pPr lvl="1" eaLnBrk="1"/>
            <a:r>
              <a:rPr lang="zh-TW" altLang="zh-TW" sz="2000" smtClean="0"/>
              <a:t>例如零件、供應商與批發商均是實體類型，三者間有「輪船運送」之關係，且數量為輪船運送關係之屬性</a:t>
            </a:r>
            <a:r>
              <a:rPr lang="en-US" altLang="zh-TW" sz="2000" smtClean="0"/>
              <a:t>(</a:t>
            </a:r>
            <a:r>
              <a:rPr lang="zh-TW" altLang="zh-TW" sz="2000" smtClean="0"/>
              <a:t>如</a:t>
            </a:r>
            <a:r>
              <a:rPr lang="zh-TW" altLang="en-US" sz="2000" smtClean="0"/>
              <a:t>下</a:t>
            </a:r>
            <a:r>
              <a:rPr lang="zh-TW" altLang="zh-TW" sz="2000" smtClean="0"/>
              <a:t>圖</a:t>
            </a:r>
            <a:r>
              <a:rPr lang="en-US" altLang="zh-TW" sz="2000" smtClean="0"/>
              <a:t>)</a:t>
            </a:r>
            <a:r>
              <a:rPr lang="zh-TW" altLang="zh-TW" sz="2000" smtClean="0"/>
              <a:t> </a:t>
            </a:r>
            <a:r>
              <a:rPr lang="zh-TW" altLang="en-US" sz="2000" smtClean="0"/>
              <a:t>。 </a:t>
            </a:r>
          </a:p>
          <a:p>
            <a:pPr eaLnBrk="1"/>
            <a:endParaRPr lang="zh-TW" altLang="en-US" sz="2000" smtClean="0"/>
          </a:p>
        </p:txBody>
      </p:sp>
      <p:sp>
        <p:nvSpPr>
          <p:cNvPr id="32771"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20000"/>
              </a:lnSpc>
              <a:spcBef>
                <a:spcPct val="20000"/>
              </a:spcBef>
              <a:buFont typeface="Wingdings" pitchFamily="2" charset="2"/>
              <a:buChar char="q"/>
              <a:defRPr kumimoji="1" sz="22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buChar char="l"/>
              <a:defRPr kumimoji="1" sz="2200">
                <a:solidFill>
                  <a:schemeClr val="bg2"/>
                </a:solidFill>
                <a:latin typeface="Times New Roman" pitchFamily="18" charset="0"/>
                <a:ea typeface="新細明體" pitchFamily="18" charset="-120"/>
              </a:defRPr>
            </a:lvl2pPr>
            <a:lvl3pPr marL="11430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buChar char="§"/>
              <a:defRPr kumimoji="1" sz="2200">
                <a:solidFill>
                  <a:schemeClr val="bg2"/>
                </a:solidFill>
                <a:latin typeface="Times New Roman" pitchFamily="18" charset="0"/>
                <a:ea typeface="新細明體" pitchFamily="18" charset="-120"/>
              </a:defRPr>
            </a:lvl4pPr>
            <a:lvl5pPr marL="20574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5pPr>
            <a:lvl6pPr marL="25146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6pPr>
            <a:lvl7pPr marL="29718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7pPr>
            <a:lvl8pPr marL="34290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8pPr>
            <a:lvl9pPr marL="38862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9pPr>
          </a:lstStyle>
          <a:p>
            <a:pPr eaLnBrk="1" hangingPunct="1">
              <a:spcBef>
                <a:spcPct val="0"/>
              </a:spcBef>
              <a:buFontTx/>
              <a:buNone/>
            </a:pPr>
            <a:endParaRPr lang="zh-TW" altLang="en-US" sz="1800">
              <a:solidFill>
                <a:schemeClr val="tx1"/>
              </a:solidFill>
            </a:endParaRPr>
          </a:p>
        </p:txBody>
      </p:sp>
      <p:pic>
        <p:nvPicPr>
          <p:cNvPr id="32772" name="Picture 13" descr="z-vb157d-f7-8"/>
          <p:cNvPicPr>
            <a:picLocks noGrp="1" noChangeAspect="1" noChangeArrowheads="1"/>
          </p:cNvPicPr>
          <p:nvPr>
            <p:ph sz="half" idx="2"/>
          </p:nvPr>
        </p:nvPicPr>
        <p:blipFill>
          <a:blip r:embed="rId2" cstate="print">
            <a:extLst>
              <a:ext uri="{28A0092B-C50C-407E-A947-70E740481C1C}">
                <a14:useLocalDpi xmlns:a14="http://schemas.microsoft.com/office/drawing/2010/main" val="0"/>
              </a:ext>
            </a:extLst>
          </a:blip>
          <a:srcRect l="18452" t="15250" r="14105"/>
          <a:stretch>
            <a:fillRect/>
          </a:stretch>
        </p:blipFill>
        <p:spPr>
          <a:xfrm>
            <a:off x="2484438" y="3573463"/>
            <a:ext cx="4175125" cy="2735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3" name="Rectangle 14"/>
          <p:cNvSpPr>
            <a:spLocks noGrp="1" noChangeArrowheads="1"/>
          </p:cNvSpPr>
          <p:nvPr>
            <p:ph type="title"/>
          </p:nvPr>
        </p:nvSpPr>
        <p:spPr/>
        <p:txBody>
          <a:bodyPr/>
          <a:lstStyle/>
          <a:p>
            <a:pPr eaLnBrk="1"/>
            <a:r>
              <a:rPr lang="en-US" altLang="zh-TW" smtClean="0"/>
              <a:t>7.2 </a:t>
            </a:r>
            <a:r>
              <a:rPr lang="zh-TW" altLang="en-US" smtClean="0"/>
              <a:t>資料塑模工具</a:t>
            </a:r>
            <a:r>
              <a:rPr lang="en-US" altLang="zh-TW" smtClean="0"/>
              <a:t>(c.21)</a:t>
            </a:r>
            <a:endParaRPr lang="zh-TW" altLang="en-US" smtClean="0"/>
          </a:p>
        </p:txBody>
      </p:sp>
    </p:spTree>
  </p:cSld>
  <p:clrMapOvr>
    <a:masterClrMapping/>
  </p:clrMapOvr>
  <p:transition spd="med">
    <p:rand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5"/>
          <p:cNvSpPr>
            <a:spLocks noChangeArrowheads="1"/>
          </p:cNvSpPr>
          <p:nvPr/>
        </p:nvSpPr>
        <p:spPr bwMode="auto">
          <a:xfrm>
            <a:off x="3338513" y="3186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lnSpc>
                <a:spcPct val="120000"/>
              </a:lnSpc>
              <a:spcBef>
                <a:spcPct val="20000"/>
              </a:spcBef>
              <a:buFont typeface="Wingdings" pitchFamily="2" charset="2"/>
              <a:buChar char="q"/>
              <a:defRPr kumimoji="1" sz="22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buChar char="l"/>
              <a:defRPr kumimoji="1" sz="2200">
                <a:solidFill>
                  <a:schemeClr val="bg2"/>
                </a:solidFill>
                <a:latin typeface="Times New Roman" pitchFamily="18" charset="0"/>
                <a:ea typeface="新細明體" pitchFamily="18" charset="-120"/>
              </a:defRPr>
            </a:lvl2pPr>
            <a:lvl3pPr marL="11430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buChar char="§"/>
              <a:defRPr kumimoji="1" sz="2200">
                <a:solidFill>
                  <a:schemeClr val="bg2"/>
                </a:solidFill>
                <a:latin typeface="Times New Roman" pitchFamily="18" charset="0"/>
                <a:ea typeface="新細明體" pitchFamily="18" charset="-120"/>
              </a:defRPr>
            </a:lvl4pPr>
            <a:lvl5pPr marL="20574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5pPr>
            <a:lvl6pPr marL="25146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6pPr>
            <a:lvl7pPr marL="29718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7pPr>
            <a:lvl8pPr marL="34290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8pPr>
            <a:lvl9pPr marL="38862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9pPr>
          </a:lstStyle>
          <a:p>
            <a:pPr eaLnBrk="1" hangingPunct="1">
              <a:spcBef>
                <a:spcPct val="0"/>
              </a:spcBef>
              <a:buFontTx/>
              <a:buNone/>
            </a:pPr>
            <a:endParaRPr lang="zh-TW" altLang="en-US" sz="1800">
              <a:solidFill>
                <a:schemeClr val="tx1"/>
              </a:solidFill>
            </a:endParaRPr>
          </a:p>
        </p:txBody>
      </p:sp>
      <p:grpSp>
        <p:nvGrpSpPr>
          <p:cNvPr id="35843" name="Group 17"/>
          <p:cNvGrpSpPr>
            <a:grpSpLocks/>
          </p:cNvGrpSpPr>
          <p:nvPr/>
        </p:nvGrpSpPr>
        <p:grpSpPr bwMode="auto">
          <a:xfrm>
            <a:off x="1547813" y="1484313"/>
            <a:ext cx="6265862" cy="4032250"/>
            <a:chOff x="1519" y="1344"/>
            <a:chExt cx="2548" cy="1671"/>
          </a:xfrm>
        </p:grpSpPr>
        <p:pic>
          <p:nvPicPr>
            <p:cNvPr id="35845" name="Picture 13" descr="z-vb157d-f7-9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5" y="1344"/>
              <a:ext cx="2502" cy="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6" name="Picture 15" descr="z-vb157d-f7-9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9" y="2341"/>
              <a:ext cx="2503" cy="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5844" name="Rectangle 18"/>
          <p:cNvSpPr>
            <a:spLocks noGrp="1" noChangeArrowheads="1"/>
          </p:cNvSpPr>
          <p:nvPr>
            <p:ph type="title"/>
          </p:nvPr>
        </p:nvSpPr>
        <p:spPr/>
        <p:txBody>
          <a:bodyPr/>
          <a:lstStyle/>
          <a:p>
            <a:pPr eaLnBrk="1"/>
            <a:r>
              <a:rPr lang="en-US" altLang="zh-TW" smtClean="0"/>
              <a:t>7.2 </a:t>
            </a:r>
            <a:r>
              <a:rPr lang="zh-TW" altLang="en-US" smtClean="0"/>
              <a:t>資料塑模工具</a:t>
            </a:r>
            <a:r>
              <a:rPr lang="en-US" altLang="zh-TW" smtClean="0"/>
              <a:t>(c.24)</a:t>
            </a:r>
            <a:endParaRPr lang="zh-TW" altLang="en-US" smtClean="0"/>
          </a:p>
        </p:txBody>
      </p:sp>
    </p:spTree>
  </p:cSld>
  <p:clrMapOvr>
    <a:masterClrMapping/>
  </p:clrMapOvr>
  <p:transition spd="med">
    <p:rand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10"/>
          <p:cNvSpPr>
            <a:spLocks noGrp="1" noChangeArrowheads="1"/>
          </p:cNvSpPr>
          <p:nvPr>
            <p:ph type="title"/>
          </p:nvPr>
        </p:nvSpPr>
        <p:spPr/>
        <p:txBody>
          <a:bodyPr/>
          <a:lstStyle/>
          <a:p>
            <a:pPr eaLnBrk="1"/>
            <a:r>
              <a:rPr lang="en-US" altLang="zh-TW" smtClean="0"/>
              <a:t>7.2 </a:t>
            </a:r>
            <a:r>
              <a:rPr lang="zh-TW" altLang="en-US" smtClean="0"/>
              <a:t>資料塑模工具</a:t>
            </a:r>
            <a:r>
              <a:rPr lang="en-US" altLang="zh-TW" smtClean="0"/>
              <a:t>(c.25)</a:t>
            </a:r>
            <a:endParaRPr lang="zh-TW" altLang="en-US" smtClean="0"/>
          </a:p>
        </p:txBody>
      </p:sp>
      <p:sp>
        <p:nvSpPr>
          <p:cNvPr id="36867" name="Rectangle 11"/>
          <p:cNvSpPr>
            <a:spLocks noGrp="1" noChangeArrowheads="1"/>
          </p:cNvSpPr>
          <p:nvPr>
            <p:ph type="body" sz="half" idx="1"/>
          </p:nvPr>
        </p:nvSpPr>
        <p:spPr/>
        <p:txBody>
          <a:bodyPr/>
          <a:lstStyle/>
          <a:p>
            <a:pPr eaLnBrk="1">
              <a:lnSpc>
                <a:spcPct val="110000"/>
              </a:lnSpc>
            </a:pPr>
            <a:r>
              <a:rPr lang="zh-TW" altLang="en-US" sz="2000" smtClean="0"/>
              <a:t>關聯實體</a:t>
            </a:r>
          </a:p>
          <a:p>
            <a:pPr lvl="1" eaLnBrk="1">
              <a:lnSpc>
                <a:spcPct val="110000"/>
              </a:lnSpc>
            </a:pPr>
            <a:r>
              <a:rPr lang="zh-TW" altLang="zh-TW" sz="2000" smtClean="0"/>
              <a:t>一個關聯實體</a:t>
            </a:r>
            <a:r>
              <a:rPr lang="en-US" altLang="zh-TW" sz="2000" smtClean="0"/>
              <a:t>(Composite</a:t>
            </a:r>
            <a:r>
              <a:rPr lang="zh-TW" altLang="zh-TW" sz="2000" smtClean="0"/>
              <a:t>；</a:t>
            </a:r>
            <a:r>
              <a:rPr lang="en-US" altLang="zh-TW" sz="2000" smtClean="0"/>
              <a:t>Associative Entity)</a:t>
            </a:r>
            <a:r>
              <a:rPr lang="zh-TW" altLang="zh-TW" sz="2000" smtClean="0"/>
              <a:t>是一個一對一或多對多之關係，但設計者選擇用一種實體類型取代之，並表示與其他實體類型之一對多的關係</a:t>
            </a:r>
            <a:r>
              <a:rPr lang="zh-TW" altLang="en-US" sz="2000" smtClean="0"/>
              <a:t>。</a:t>
            </a:r>
            <a:endParaRPr lang="en-US" altLang="zh-TW" sz="2000" smtClean="0"/>
          </a:p>
          <a:p>
            <a:pPr lvl="1" eaLnBrk="1">
              <a:lnSpc>
                <a:spcPct val="110000"/>
              </a:lnSpc>
            </a:pPr>
            <a:r>
              <a:rPr lang="zh-TW" altLang="zh-TW" sz="2000" smtClean="0"/>
              <a:t>例如某組織想記錄某員工在何時完成那一門課，其部分資料如</a:t>
            </a:r>
            <a:r>
              <a:rPr lang="zh-TW" altLang="en-US" sz="2000" smtClean="0"/>
              <a:t>下</a:t>
            </a:r>
            <a:r>
              <a:rPr lang="zh-TW" altLang="zh-TW" sz="2000" smtClean="0"/>
              <a:t>表。</a:t>
            </a:r>
            <a:endParaRPr lang="zh-TW" altLang="en-US" sz="2000" smtClean="0"/>
          </a:p>
          <a:p>
            <a:pPr eaLnBrk="1">
              <a:lnSpc>
                <a:spcPct val="110000"/>
              </a:lnSpc>
            </a:pPr>
            <a:endParaRPr lang="zh-TW" altLang="en-US" sz="2000" smtClean="0"/>
          </a:p>
        </p:txBody>
      </p:sp>
      <p:sp>
        <p:nvSpPr>
          <p:cNvPr id="36868" name="Rectangle 12"/>
          <p:cNvSpPr>
            <a:spLocks noGrp="1" noChangeArrowheads="1"/>
          </p:cNvSpPr>
          <p:nvPr>
            <p:ph sz="half" idx="2"/>
          </p:nvPr>
        </p:nvSpPr>
        <p:spPr/>
        <p:txBody>
          <a:bodyPr/>
          <a:lstStyle/>
          <a:p>
            <a:pPr eaLnBrk="1"/>
            <a:endParaRPr lang="zh-TW" altLang="en-US" sz="2000" smtClean="0"/>
          </a:p>
        </p:txBody>
      </p:sp>
      <p:pic>
        <p:nvPicPr>
          <p:cNvPr id="36869"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6375" y="4005263"/>
            <a:ext cx="7131050" cy="200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5"/>
          <p:cNvSpPr>
            <a:spLocks noChangeArrowheads="1"/>
          </p:cNvSpPr>
          <p:nvPr/>
        </p:nvSpPr>
        <p:spPr bwMode="auto">
          <a:xfrm>
            <a:off x="3338513" y="28908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lnSpc>
                <a:spcPct val="120000"/>
              </a:lnSpc>
              <a:spcBef>
                <a:spcPct val="20000"/>
              </a:spcBef>
              <a:buFont typeface="Wingdings" pitchFamily="2" charset="2"/>
              <a:buChar char="q"/>
              <a:defRPr kumimoji="1" sz="22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buChar char="l"/>
              <a:defRPr kumimoji="1" sz="2200">
                <a:solidFill>
                  <a:schemeClr val="bg2"/>
                </a:solidFill>
                <a:latin typeface="Times New Roman" pitchFamily="18" charset="0"/>
                <a:ea typeface="新細明體" pitchFamily="18" charset="-120"/>
              </a:defRPr>
            </a:lvl2pPr>
            <a:lvl3pPr marL="11430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buChar char="§"/>
              <a:defRPr kumimoji="1" sz="2200">
                <a:solidFill>
                  <a:schemeClr val="bg2"/>
                </a:solidFill>
                <a:latin typeface="Times New Roman" pitchFamily="18" charset="0"/>
                <a:ea typeface="新細明體" pitchFamily="18" charset="-120"/>
              </a:defRPr>
            </a:lvl4pPr>
            <a:lvl5pPr marL="20574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5pPr>
            <a:lvl6pPr marL="25146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6pPr>
            <a:lvl7pPr marL="29718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7pPr>
            <a:lvl8pPr marL="34290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8pPr>
            <a:lvl9pPr marL="38862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9pPr>
          </a:lstStyle>
          <a:p>
            <a:pPr eaLnBrk="1" hangingPunct="1">
              <a:spcBef>
                <a:spcPct val="0"/>
              </a:spcBef>
              <a:buFontTx/>
              <a:buNone/>
            </a:pPr>
            <a:endParaRPr lang="zh-TW" altLang="en-US" sz="1800">
              <a:solidFill>
                <a:schemeClr val="tx1"/>
              </a:solidFill>
            </a:endParaRPr>
          </a:p>
        </p:txBody>
      </p:sp>
      <p:sp>
        <p:nvSpPr>
          <p:cNvPr id="38915" name="Rectangle 7"/>
          <p:cNvSpPr>
            <a:spLocks noChangeArrowheads="1"/>
          </p:cNvSpPr>
          <p:nvPr/>
        </p:nvSpPr>
        <p:spPr bwMode="auto">
          <a:xfrm>
            <a:off x="3338513" y="28908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lnSpc>
                <a:spcPct val="120000"/>
              </a:lnSpc>
              <a:spcBef>
                <a:spcPct val="20000"/>
              </a:spcBef>
              <a:buFont typeface="Wingdings" pitchFamily="2" charset="2"/>
              <a:buChar char="q"/>
              <a:defRPr kumimoji="1" sz="22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buChar char="l"/>
              <a:defRPr kumimoji="1" sz="2200">
                <a:solidFill>
                  <a:schemeClr val="bg2"/>
                </a:solidFill>
                <a:latin typeface="Times New Roman" pitchFamily="18" charset="0"/>
                <a:ea typeface="新細明體" pitchFamily="18" charset="-120"/>
              </a:defRPr>
            </a:lvl2pPr>
            <a:lvl3pPr marL="11430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buChar char="§"/>
              <a:defRPr kumimoji="1" sz="2200">
                <a:solidFill>
                  <a:schemeClr val="bg2"/>
                </a:solidFill>
                <a:latin typeface="Times New Roman" pitchFamily="18" charset="0"/>
                <a:ea typeface="新細明體" pitchFamily="18" charset="-120"/>
              </a:defRPr>
            </a:lvl4pPr>
            <a:lvl5pPr marL="20574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5pPr>
            <a:lvl6pPr marL="25146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6pPr>
            <a:lvl7pPr marL="29718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7pPr>
            <a:lvl8pPr marL="34290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8pPr>
            <a:lvl9pPr marL="38862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9pPr>
          </a:lstStyle>
          <a:p>
            <a:pPr eaLnBrk="1" hangingPunct="1">
              <a:spcBef>
                <a:spcPct val="0"/>
              </a:spcBef>
              <a:buFontTx/>
              <a:buNone/>
            </a:pPr>
            <a:endParaRPr lang="zh-TW" altLang="en-US" sz="1800">
              <a:solidFill>
                <a:schemeClr val="tx1"/>
              </a:solidFill>
            </a:endParaRPr>
          </a:p>
        </p:txBody>
      </p:sp>
      <p:grpSp>
        <p:nvGrpSpPr>
          <p:cNvPr id="38916" name="Group 18"/>
          <p:cNvGrpSpPr>
            <a:grpSpLocks/>
          </p:cNvGrpSpPr>
          <p:nvPr/>
        </p:nvGrpSpPr>
        <p:grpSpPr bwMode="auto">
          <a:xfrm>
            <a:off x="1763713" y="1628775"/>
            <a:ext cx="5905500" cy="4537075"/>
            <a:chOff x="1156" y="1071"/>
            <a:chExt cx="3197" cy="2453"/>
          </a:xfrm>
        </p:grpSpPr>
        <p:pic>
          <p:nvPicPr>
            <p:cNvPr id="38918" name="Picture 13" descr="z-vb157d-f7-10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2" y="1071"/>
              <a:ext cx="3151" cy="1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19" name="Picture 15" descr="z-vb157d-f7-10b"/>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56" y="2251"/>
              <a:ext cx="3153" cy="1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8917" name="Rectangle 16"/>
          <p:cNvSpPr>
            <a:spLocks noGrp="1" noChangeArrowheads="1"/>
          </p:cNvSpPr>
          <p:nvPr>
            <p:ph type="title"/>
          </p:nvPr>
        </p:nvSpPr>
        <p:spPr/>
        <p:txBody>
          <a:bodyPr/>
          <a:lstStyle/>
          <a:p>
            <a:pPr eaLnBrk="1"/>
            <a:r>
              <a:rPr lang="en-US" altLang="zh-TW" smtClean="0"/>
              <a:t>7.2 </a:t>
            </a:r>
            <a:r>
              <a:rPr lang="zh-TW" altLang="en-US" smtClean="0"/>
              <a:t>資料塑模工具</a:t>
            </a:r>
            <a:r>
              <a:rPr lang="en-US" altLang="zh-TW" smtClean="0"/>
              <a:t>(c.27)</a:t>
            </a:r>
            <a:endParaRPr lang="zh-TW" altLang="en-US" smtClean="0"/>
          </a:p>
        </p:txBody>
      </p:sp>
    </p:spTree>
  </p:cSld>
  <p:clrMapOvr>
    <a:masterClrMapping/>
  </p:clrMapOvr>
  <p:transition spd="med">
    <p:rand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10"/>
          <p:cNvSpPr>
            <a:spLocks noGrp="1" noChangeArrowheads="1"/>
          </p:cNvSpPr>
          <p:nvPr>
            <p:ph type="title"/>
          </p:nvPr>
        </p:nvSpPr>
        <p:spPr/>
        <p:txBody>
          <a:bodyPr/>
          <a:lstStyle/>
          <a:p>
            <a:pPr eaLnBrk="1"/>
            <a:r>
              <a:rPr lang="zh-TW" altLang="en-US" smtClean="0"/>
              <a:t>表</a:t>
            </a:r>
            <a:r>
              <a:rPr lang="en-US" altLang="zh-TW" smtClean="0"/>
              <a:t>7-3 </a:t>
            </a:r>
            <a:r>
              <a:rPr lang="zh-TW" altLang="en-US" smtClean="0"/>
              <a:t>請購單</a:t>
            </a:r>
          </a:p>
        </p:txBody>
      </p:sp>
      <p:pic>
        <p:nvPicPr>
          <p:cNvPr id="44035" name="Picture 12" descr="z-vb157d-t7-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3465" t="24443" r="2766" b="2855"/>
          <a:stretch>
            <a:fillRect/>
          </a:stretch>
        </p:blipFill>
        <p:spPr>
          <a:xfrm>
            <a:off x="827088" y="2276475"/>
            <a:ext cx="7777162" cy="24193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9"/>
          <p:cNvSpPr>
            <a:spLocks noGrp="1" noChangeArrowheads="1"/>
          </p:cNvSpPr>
          <p:nvPr>
            <p:ph type="title"/>
          </p:nvPr>
        </p:nvSpPr>
        <p:spPr/>
        <p:txBody>
          <a:bodyPr/>
          <a:lstStyle/>
          <a:p>
            <a:pPr eaLnBrk="1"/>
            <a:r>
              <a:rPr lang="zh-TW" altLang="en-US" smtClean="0"/>
              <a:t>表</a:t>
            </a:r>
            <a:r>
              <a:rPr lang="en-US" altLang="zh-TW" smtClean="0"/>
              <a:t>7-4 </a:t>
            </a:r>
            <a:r>
              <a:rPr lang="zh-TW" altLang="en-US" smtClean="0"/>
              <a:t>訂購單</a:t>
            </a:r>
          </a:p>
        </p:txBody>
      </p:sp>
      <p:pic>
        <p:nvPicPr>
          <p:cNvPr id="46083" name="Picture 12" descr="z-vb157d-t7-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t="22449" r="2745"/>
          <a:stretch>
            <a:fillRect/>
          </a:stretch>
        </p:blipFill>
        <p:spPr>
          <a:xfrm>
            <a:off x="684213" y="1989138"/>
            <a:ext cx="7964487" cy="30130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8"/>
          <p:cNvSpPr>
            <a:spLocks noGrp="1" noChangeArrowheads="1"/>
          </p:cNvSpPr>
          <p:nvPr>
            <p:ph type="title"/>
          </p:nvPr>
        </p:nvSpPr>
        <p:spPr/>
        <p:txBody>
          <a:bodyPr/>
          <a:lstStyle/>
          <a:p>
            <a:pPr eaLnBrk="1"/>
            <a:r>
              <a:rPr lang="zh-TW" altLang="en-US" smtClean="0"/>
              <a:t>表</a:t>
            </a:r>
            <a:r>
              <a:rPr lang="en-US" altLang="zh-TW" smtClean="0"/>
              <a:t>7-5 </a:t>
            </a:r>
            <a:r>
              <a:rPr lang="zh-TW" altLang="en-US" smtClean="0"/>
              <a:t>實體屬性範例</a:t>
            </a:r>
          </a:p>
        </p:txBody>
      </p:sp>
      <p:pic>
        <p:nvPicPr>
          <p:cNvPr id="50179" name="Picture 10" descr="z-vb157d-t7-5"/>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17397" t="20529" r="2292" b="4865"/>
          <a:stretch>
            <a:fillRect/>
          </a:stretch>
        </p:blipFill>
        <p:spPr>
          <a:xfrm>
            <a:off x="971550" y="1916113"/>
            <a:ext cx="7416800" cy="33432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title"/>
          </p:nvPr>
        </p:nvSpPr>
        <p:spPr/>
        <p:txBody>
          <a:bodyPr/>
          <a:lstStyle/>
          <a:p>
            <a:pPr eaLnBrk="1"/>
            <a:r>
              <a:rPr lang="zh-TW" altLang="en-US" smtClean="0"/>
              <a:t>表</a:t>
            </a:r>
            <a:r>
              <a:rPr lang="en-US" altLang="zh-TW" smtClean="0"/>
              <a:t>7-6 </a:t>
            </a:r>
            <a:r>
              <a:rPr lang="zh-TW" altLang="en-US" smtClean="0"/>
              <a:t>實體關係矩陣</a:t>
            </a:r>
          </a:p>
        </p:txBody>
      </p:sp>
      <p:pic>
        <p:nvPicPr>
          <p:cNvPr id="54275" name="Picture 12" descr="z-vb157d-t7-6"/>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3741" t="29263" r="2998"/>
          <a:stretch>
            <a:fillRect/>
          </a:stretch>
        </p:blipFill>
        <p:spPr>
          <a:xfrm>
            <a:off x="971550" y="2276475"/>
            <a:ext cx="7273925" cy="17557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5"/>
          <p:cNvSpPr>
            <a:spLocks noChangeArrowheads="1"/>
          </p:cNvSpPr>
          <p:nvPr/>
        </p:nvSpPr>
        <p:spPr bwMode="auto">
          <a:xfrm>
            <a:off x="1933575" y="1662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lnSpc>
                <a:spcPct val="120000"/>
              </a:lnSpc>
              <a:spcBef>
                <a:spcPct val="20000"/>
              </a:spcBef>
              <a:buFont typeface="Wingdings" pitchFamily="2" charset="2"/>
              <a:buChar char="q"/>
              <a:defRPr kumimoji="1" sz="22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buChar char="l"/>
              <a:defRPr kumimoji="1" sz="2200">
                <a:solidFill>
                  <a:schemeClr val="bg2"/>
                </a:solidFill>
                <a:latin typeface="Times New Roman" pitchFamily="18" charset="0"/>
                <a:ea typeface="新細明體" pitchFamily="18" charset="-120"/>
              </a:defRPr>
            </a:lvl2pPr>
            <a:lvl3pPr marL="11430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buChar char="§"/>
              <a:defRPr kumimoji="1" sz="2200">
                <a:solidFill>
                  <a:schemeClr val="bg2"/>
                </a:solidFill>
                <a:latin typeface="Times New Roman" pitchFamily="18" charset="0"/>
                <a:ea typeface="新細明體" pitchFamily="18" charset="-120"/>
              </a:defRPr>
            </a:lvl4pPr>
            <a:lvl5pPr marL="20574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5pPr>
            <a:lvl6pPr marL="25146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6pPr>
            <a:lvl7pPr marL="29718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7pPr>
            <a:lvl8pPr marL="34290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8pPr>
            <a:lvl9pPr marL="38862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9pPr>
          </a:lstStyle>
          <a:p>
            <a:pPr eaLnBrk="1" hangingPunct="1">
              <a:spcBef>
                <a:spcPct val="0"/>
              </a:spcBef>
              <a:buFontTx/>
              <a:buNone/>
            </a:pPr>
            <a:endParaRPr lang="zh-TW" altLang="en-US" sz="1800">
              <a:solidFill>
                <a:schemeClr val="tx1"/>
              </a:solidFill>
            </a:endParaRPr>
          </a:p>
        </p:txBody>
      </p:sp>
      <p:sp>
        <p:nvSpPr>
          <p:cNvPr id="57347"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20000"/>
              </a:lnSpc>
              <a:spcBef>
                <a:spcPct val="20000"/>
              </a:spcBef>
              <a:buFont typeface="Wingdings" pitchFamily="2" charset="2"/>
              <a:buChar char="q"/>
              <a:defRPr kumimoji="1" sz="22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buChar char="l"/>
              <a:defRPr kumimoji="1" sz="2200">
                <a:solidFill>
                  <a:schemeClr val="bg2"/>
                </a:solidFill>
                <a:latin typeface="Times New Roman" pitchFamily="18" charset="0"/>
                <a:ea typeface="新細明體" pitchFamily="18" charset="-120"/>
              </a:defRPr>
            </a:lvl2pPr>
            <a:lvl3pPr marL="11430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buChar char="§"/>
              <a:defRPr kumimoji="1" sz="2200">
                <a:solidFill>
                  <a:schemeClr val="bg2"/>
                </a:solidFill>
                <a:latin typeface="Times New Roman" pitchFamily="18" charset="0"/>
                <a:ea typeface="新細明體" pitchFamily="18" charset="-120"/>
              </a:defRPr>
            </a:lvl4pPr>
            <a:lvl5pPr marL="20574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5pPr>
            <a:lvl6pPr marL="25146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6pPr>
            <a:lvl7pPr marL="29718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7pPr>
            <a:lvl8pPr marL="34290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8pPr>
            <a:lvl9pPr marL="38862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9pPr>
          </a:lstStyle>
          <a:p>
            <a:pPr eaLnBrk="1" hangingPunct="1">
              <a:spcBef>
                <a:spcPct val="0"/>
              </a:spcBef>
              <a:buFontTx/>
              <a:buNone/>
            </a:pPr>
            <a:endParaRPr lang="zh-TW" altLang="en-US" sz="1800">
              <a:solidFill>
                <a:schemeClr val="tx1"/>
              </a:solidFill>
            </a:endParaRPr>
          </a:p>
        </p:txBody>
      </p:sp>
      <p:sp>
        <p:nvSpPr>
          <p:cNvPr id="57348" name="Rectangle 11"/>
          <p:cNvSpPr>
            <a:spLocks noGrp="1" noChangeArrowheads="1"/>
          </p:cNvSpPr>
          <p:nvPr>
            <p:ph type="title"/>
          </p:nvPr>
        </p:nvSpPr>
        <p:spPr/>
        <p:txBody>
          <a:bodyPr/>
          <a:lstStyle/>
          <a:p>
            <a:pPr eaLnBrk="1"/>
            <a:r>
              <a:rPr lang="zh-TW" altLang="en-US" smtClean="0"/>
              <a:t>圖</a:t>
            </a:r>
            <a:r>
              <a:rPr lang="en-US" altLang="zh-TW" smtClean="0"/>
              <a:t>7-11 ERD</a:t>
            </a:r>
            <a:r>
              <a:rPr lang="zh-TW" altLang="en-US" smtClean="0"/>
              <a:t>範例</a:t>
            </a:r>
          </a:p>
        </p:txBody>
      </p:sp>
      <p:pic>
        <p:nvPicPr>
          <p:cNvPr id="57349" name="Picture 13" descr="z-vb157d-f7-11"/>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10277" t="16602" r="5338" b="3191"/>
          <a:stretch>
            <a:fillRect/>
          </a:stretch>
        </p:blipFill>
        <p:spPr>
          <a:xfrm>
            <a:off x="1403350" y="1628775"/>
            <a:ext cx="7056438" cy="47434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12"/>
          <p:cNvSpPr>
            <a:spLocks noGrp="1" noChangeArrowheads="1"/>
          </p:cNvSpPr>
          <p:nvPr>
            <p:ph type="title"/>
          </p:nvPr>
        </p:nvSpPr>
        <p:spPr/>
        <p:txBody>
          <a:bodyPr/>
          <a:lstStyle/>
          <a:p>
            <a:pPr eaLnBrk="1"/>
            <a:r>
              <a:rPr lang="en-US" altLang="zh-TW" smtClean="0"/>
              <a:t>7.4 </a:t>
            </a:r>
            <a:r>
              <a:rPr lang="zh-TW" altLang="en-US" smtClean="0"/>
              <a:t>實體關係圖轉關聯表</a:t>
            </a:r>
            <a:r>
              <a:rPr lang="en-US" altLang="zh-TW" smtClean="0"/>
              <a:t>(c.11)</a:t>
            </a:r>
            <a:endParaRPr lang="zh-TW" altLang="en-US" smtClean="0"/>
          </a:p>
        </p:txBody>
      </p:sp>
      <p:sp>
        <p:nvSpPr>
          <p:cNvPr id="66563" name="Rectangle 13"/>
          <p:cNvSpPr>
            <a:spLocks noGrp="1" noChangeArrowheads="1"/>
          </p:cNvSpPr>
          <p:nvPr>
            <p:ph type="body" sz="half" idx="1"/>
          </p:nvPr>
        </p:nvSpPr>
        <p:spPr/>
        <p:txBody>
          <a:bodyPr/>
          <a:lstStyle/>
          <a:p>
            <a:pPr eaLnBrk="1"/>
            <a:r>
              <a:rPr lang="zh-TW" altLang="en-US" sz="2000" smtClean="0"/>
              <a:t>對</a:t>
            </a:r>
            <a:r>
              <a:rPr lang="en-US" altLang="zh-TW" sz="2000" smtClean="0"/>
              <a:t>N</a:t>
            </a:r>
            <a:r>
              <a:rPr lang="zh-TW" altLang="en-US" sz="2000" smtClean="0"/>
              <a:t>元關係建立一個關聯表</a:t>
            </a:r>
          </a:p>
          <a:p>
            <a:pPr lvl="1" eaLnBrk="1"/>
            <a:r>
              <a:rPr lang="zh-TW" altLang="zh-TW" sz="2000" smtClean="0"/>
              <a:t>將實體關係圖上之每一個</a:t>
            </a:r>
            <a:r>
              <a:rPr lang="en-US" altLang="zh-TW" sz="2000" smtClean="0"/>
              <a:t>N</a:t>
            </a:r>
            <a:r>
              <a:rPr lang="zh-TW" altLang="zh-TW" sz="2000" smtClean="0"/>
              <a:t>元關係建立一個關聯表，其屬性是該關係上之所有屬性與所有參與的實體類型之主鍵的集合，且其主鍵為所有外來鍵的集合</a:t>
            </a:r>
            <a:endParaRPr lang="zh-TW" altLang="en-US" sz="2000" smtClean="0"/>
          </a:p>
        </p:txBody>
      </p:sp>
      <p:sp>
        <p:nvSpPr>
          <p:cNvPr id="66564" name="Rectangle 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just">
              <a:lnSpc>
                <a:spcPct val="120000"/>
              </a:lnSpc>
              <a:spcBef>
                <a:spcPct val="20000"/>
              </a:spcBef>
              <a:buFont typeface="Wingdings" pitchFamily="2" charset="2"/>
              <a:buChar char="q"/>
              <a:defRPr kumimoji="1" sz="22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buChar char="l"/>
              <a:defRPr kumimoji="1" sz="2200">
                <a:solidFill>
                  <a:schemeClr val="bg2"/>
                </a:solidFill>
                <a:latin typeface="Times New Roman" pitchFamily="18" charset="0"/>
                <a:ea typeface="新細明體" pitchFamily="18" charset="-120"/>
              </a:defRPr>
            </a:lvl2pPr>
            <a:lvl3pPr marL="11430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buChar char="§"/>
              <a:defRPr kumimoji="1" sz="2200">
                <a:solidFill>
                  <a:schemeClr val="bg2"/>
                </a:solidFill>
                <a:latin typeface="Times New Roman" pitchFamily="18" charset="0"/>
                <a:ea typeface="新細明體" pitchFamily="18" charset="-120"/>
              </a:defRPr>
            </a:lvl4pPr>
            <a:lvl5pPr marL="20574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5pPr>
            <a:lvl6pPr marL="25146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6pPr>
            <a:lvl7pPr marL="29718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7pPr>
            <a:lvl8pPr marL="34290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8pPr>
            <a:lvl9pPr marL="38862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9pPr>
          </a:lstStyle>
          <a:p>
            <a:pPr eaLnBrk="1" hangingPunct="1">
              <a:spcBef>
                <a:spcPct val="0"/>
              </a:spcBef>
              <a:buFontTx/>
              <a:buNone/>
            </a:pPr>
            <a:endParaRPr lang="zh-TW" altLang="en-US" sz="1800">
              <a:solidFill>
                <a:schemeClr val="tx1"/>
              </a:solidFill>
            </a:endParaRPr>
          </a:p>
        </p:txBody>
      </p:sp>
      <p:sp>
        <p:nvSpPr>
          <p:cNvPr id="66565" name="文字方塊 7"/>
          <p:cNvSpPr txBox="1">
            <a:spLocks noChangeArrowheads="1"/>
          </p:cNvSpPr>
          <p:nvPr/>
        </p:nvSpPr>
        <p:spPr bwMode="auto">
          <a:xfrm>
            <a:off x="3271838" y="6072188"/>
            <a:ext cx="2514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just">
              <a:lnSpc>
                <a:spcPct val="120000"/>
              </a:lnSpc>
              <a:spcBef>
                <a:spcPct val="20000"/>
              </a:spcBef>
              <a:buFont typeface="Wingdings" pitchFamily="2" charset="2"/>
              <a:buChar char="q"/>
              <a:defRPr kumimoji="1" sz="22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buChar char="l"/>
              <a:defRPr kumimoji="1" sz="2200">
                <a:solidFill>
                  <a:schemeClr val="bg2"/>
                </a:solidFill>
                <a:latin typeface="Times New Roman" pitchFamily="18" charset="0"/>
                <a:ea typeface="新細明體" pitchFamily="18" charset="-120"/>
              </a:defRPr>
            </a:lvl2pPr>
            <a:lvl3pPr marL="11430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buChar char="§"/>
              <a:defRPr kumimoji="1" sz="2200">
                <a:solidFill>
                  <a:schemeClr val="bg2"/>
                </a:solidFill>
                <a:latin typeface="Times New Roman" pitchFamily="18" charset="0"/>
                <a:ea typeface="新細明體" pitchFamily="18" charset="-120"/>
              </a:defRPr>
            </a:lvl4pPr>
            <a:lvl5pPr marL="20574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5pPr>
            <a:lvl6pPr marL="25146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6pPr>
            <a:lvl7pPr marL="29718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7pPr>
            <a:lvl8pPr marL="34290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8pPr>
            <a:lvl9pPr marL="38862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9pPr>
          </a:lstStyle>
          <a:p>
            <a:pPr eaLnBrk="1" hangingPunct="1">
              <a:spcBef>
                <a:spcPct val="0"/>
              </a:spcBef>
              <a:buFontTx/>
              <a:buNone/>
            </a:pPr>
            <a:r>
              <a:rPr lang="zh-TW" altLang="en-US" sz="1500">
                <a:solidFill>
                  <a:schemeClr val="tx1"/>
                </a:solidFill>
              </a:rPr>
              <a:t>圖</a:t>
            </a:r>
            <a:r>
              <a:rPr lang="en-US" altLang="zh-TW" sz="1500">
                <a:solidFill>
                  <a:schemeClr val="tx1"/>
                </a:solidFill>
              </a:rPr>
              <a:t>7-12</a:t>
            </a:r>
            <a:r>
              <a:rPr lang="zh-TW" altLang="en-US" sz="1500">
                <a:solidFill>
                  <a:schemeClr val="tx1"/>
                </a:solidFill>
              </a:rPr>
              <a:t> 三元關係範例</a:t>
            </a:r>
          </a:p>
        </p:txBody>
      </p:sp>
      <p:pic>
        <p:nvPicPr>
          <p:cNvPr id="66566" name="Picture 17" descr="z-vb157d-f7-12"/>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l="14673" t="20985" r="8540" b="5533"/>
          <a:stretch>
            <a:fillRect/>
          </a:stretch>
        </p:blipFill>
        <p:spPr>
          <a:xfrm>
            <a:off x="1692275" y="3141663"/>
            <a:ext cx="5832475" cy="31130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9"/>
          <p:cNvSpPr>
            <a:spLocks noGrp="1" noChangeArrowheads="1"/>
          </p:cNvSpPr>
          <p:nvPr>
            <p:ph type="title"/>
          </p:nvPr>
        </p:nvSpPr>
        <p:spPr/>
        <p:txBody>
          <a:bodyPr/>
          <a:lstStyle/>
          <a:p>
            <a:pPr eaLnBrk="1"/>
            <a:r>
              <a:rPr lang="zh-TW" altLang="en-US" smtClean="0"/>
              <a:t>表</a:t>
            </a:r>
            <a:r>
              <a:rPr lang="en-US" altLang="zh-TW" smtClean="0"/>
              <a:t>7-7 </a:t>
            </a:r>
            <a:r>
              <a:rPr lang="zh-TW" altLang="en-US" smtClean="0"/>
              <a:t>課程收費關聯表</a:t>
            </a:r>
          </a:p>
        </p:txBody>
      </p:sp>
      <p:pic>
        <p:nvPicPr>
          <p:cNvPr id="69635" name="Picture 12" descr="z-vb157d-t7-7"/>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5046" t="21558" r="3903" b="7788"/>
          <a:stretch>
            <a:fillRect/>
          </a:stretch>
        </p:blipFill>
        <p:spPr>
          <a:xfrm>
            <a:off x="827088" y="2060575"/>
            <a:ext cx="7850187" cy="27257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193"/>
          <p:cNvSpPr>
            <a:spLocks noGrp="1" noChangeArrowheads="1"/>
          </p:cNvSpPr>
          <p:nvPr>
            <p:ph type="body" sz="half" idx="1"/>
          </p:nvPr>
        </p:nvSpPr>
        <p:spPr/>
        <p:txBody>
          <a:bodyPr/>
          <a:lstStyle/>
          <a:p>
            <a:pPr eaLnBrk="1"/>
            <a:r>
              <a:rPr lang="zh-TW" altLang="en-US" sz="2000" smtClean="0"/>
              <a:t>採用正規化定理將課程收費關聯表分解為學員課程與課程收費兩項關聯表</a:t>
            </a:r>
            <a:r>
              <a:rPr lang="en-US" altLang="zh-TW" sz="2000" smtClean="0"/>
              <a:t>(</a:t>
            </a:r>
            <a:r>
              <a:rPr lang="zh-TW" altLang="en-US" sz="2000" smtClean="0"/>
              <a:t>如下表</a:t>
            </a:r>
            <a:r>
              <a:rPr lang="en-US" altLang="zh-TW" sz="2000" smtClean="0"/>
              <a:t>)</a:t>
            </a:r>
            <a:r>
              <a:rPr lang="zh-TW" altLang="en-US" sz="2000" smtClean="0"/>
              <a:t>，以避免上述的異常情形。 </a:t>
            </a:r>
          </a:p>
          <a:p>
            <a:pPr eaLnBrk="1"/>
            <a:endParaRPr lang="zh-TW" altLang="en-US" sz="2000" smtClean="0"/>
          </a:p>
        </p:txBody>
      </p:sp>
      <p:pic>
        <p:nvPicPr>
          <p:cNvPr id="72707" name="Picture 198" descr="z-vb157d-t7-8"/>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l="12665" t="20985" r="3886" b="5533"/>
          <a:stretch>
            <a:fillRect/>
          </a:stretch>
        </p:blipFill>
        <p:spPr>
          <a:xfrm>
            <a:off x="1331913" y="2636838"/>
            <a:ext cx="6840537" cy="30972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08" name="Rectangle 199"/>
          <p:cNvSpPr>
            <a:spLocks noGrp="1" noChangeArrowheads="1"/>
          </p:cNvSpPr>
          <p:nvPr>
            <p:ph type="title"/>
          </p:nvPr>
        </p:nvSpPr>
        <p:spPr/>
        <p:txBody>
          <a:bodyPr/>
          <a:lstStyle/>
          <a:p>
            <a:pPr eaLnBrk="1"/>
            <a:r>
              <a:rPr lang="en-US" altLang="zh-TW" smtClean="0"/>
              <a:t>7.5 </a:t>
            </a:r>
            <a:r>
              <a:rPr lang="zh-TW" altLang="en-US" smtClean="0"/>
              <a:t>正規化</a:t>
            </a:r>
            <a:r>
              <a:rPr lang="en-US" altLang="zh-TW" smtClean="0"/>
              <a:t>(c.5)</a:t>
            </a:r>
            <a:endParaRPr lang="zh-TW" altLang="en-US" smtClean="0"/>
          </a:p>
        </p:txBody>
      </p:sp>
    </p:spTree>
  </p:cSld>
  <p:clrMapOvr>
    <a:masterClrMapping/>
  </p:clrMapOvr>
  <p:transition spd="med">
    <p:rand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16"/>
          <p:cNvSpPr>
            <a:spLocks noGrp="1" noChangeArrowheads="1"/>
          </p:cNvSpPr>
          <p:nvPr>
            <p:ph type="body" sz="half" idx="1"/>
          </p:nvPr>
        </p:nvSpPr>
        <p:spPr/>
        <p:txBody>
          <a:bodyPr/>
          <a:lstStyle/>
          <a:p>
            <a:pPr lvl="1" eaLnBrk="1"/>
            <a:r>
              <a:rPr lang="zh-TW" altLang="en-US" sz="2000" smtClean="0"/>
              <a:t>遞移相依</a:t>
            </a:r>
          </a:p>
          <a:p>
            <a:pPr lvl="2" eaLnBrk="1"/>
            <a:r>
              <a:rPr lang="zh-TW" altLang="zh-TW" sz="2000" smtClean="0"/>
              <a:t>若關聯表存在功能相依</a:t>
            </a:r>
            <a:r>
              <a:rPr lang="en-US" altLang="zh-TW" sz="2000" smtClean="0"/>
              <a:t>X→Z</a:t>
            </a:r>
            <a:r>
              <a:rPr lang="zh-TW" altLang="zh-TW" sz="2000" smtClean="0"/>
              <a:t>，又存在</a:t>
            </a:r>
            <a:r>
              <a:rPr lang="en-US" altLang="zh-TW" sz="2000" smtClean="0"/>
              <a:t>X→Y </a:t>
            </a:r>
            <a:r>
              <a:rPr lang="zh-TW" altLang="zh-TW" sz="2000" smtClean="0"/>
              <a:t>與</a:t>
            </a:r>
            <a:r>
              <a:rPr lang="en-US" altLang="zh-TW" sz="2000" smtClean="0"/>
              <a:t>Y→Z</a:t>
            </a:r>
            <a:r>
              <a:rPr lang="zh-TW" altLang="zh-TW" sz="2000" smtClean="0"/>
              <a:t>，而且</a:t>
            </a:r>
            <a:r>
              <a:rPr lang="en-US" altLang="zh-TW" sz="2000" smtClean="0"/>
              <a:t>Y </a:t>
            </a:r>
            <a:r>
              <a:rPr lang="zh-TW" altLang="zh-TW" sz="2000" smtClean="0"/>
              <a:t>不是關鍵屬性，則稱</a:t>
            </a:r>
            <a:r>
              <a:rPr lang="en-US" altLang="zh-TW" sz="2000" smtClean="0"/>
              <a:t>X→Z </a:t>
            </a:r>
            <a:r>
              <a:rPr lang="zh-TW" altLang="zh-TW" sz="2000" smtClean="0"/>
              <a:t>為遞移相依 </a:t>
            </a:r>
            <a:r>
              <a:rPr lang="en-US" altLang="zh-TW" sz="2000" smtClean="0"/>
              <a:t>(Transitive Dependency)</a:t>
            </a:r>
            <a:r>
              <a:rPr lang="zh-TW" altLang="en-US" sz="2000" smtClean="0"/>
              <a:t>。</a:t>
            </a:r>
          </a:p>
          <a:p>
            <a:pPr eaLnBrk="1"/>
            <a:endParaRPr lang="zh-TW" altLang="en-US" sz="2000" smtClean="0"/>
          </a:p>
        </p:txBody>
      </p:sp>
      <p:pic>
        <p:nvPicPr>
          <p:cNvPr id="74755" name="Picture 19" descr="z-vb157d-f7-13"/>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1476375" y="3141663"/>
            <a:ext cx="5832475" cy="32781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756" name="Rectangle 20"/>
          <p:cNvSpPr>
            <a:spLocks noGrp="1" noChangeArrowheads="1"/>
          </p:cNvSpPr>
          <p:nvPr>
            <p:ph type="title"/>
          </p:nvPr>
        </p:nvSpPr>
        <p:spPr/>
        <p:txBody>
          <a:bodyPr/>
          <a:lstStyle/>
          <a:p>
            <a:pPr eaLnBrk="1"/>
            <a:r>
              <a:rPr lang="en-US" altLang="zh-TW" smtClean="0"/>
              <a:t>7.5 </a:t>
            </a:r>
            <a:r>
              <a:rPr lang="zh-TW" altLang="en-US" smtClean="0"/>
              <a:t>正規化</a:t>
            </a:r>
            <a:r>
              <a:rPr lang="en-US" altLang="zh-TW" smtClean="0"/>
              <a:t>(c.8)</a:t>
            </a:r>
            <a:endParaRPr lang="zh-TW" altLang="en-US" smtClean="0"/>
          </a:p>
        </p:txBody>
      </p:sp>
    </p:spTree>
  </p:cSld>
  <p:clrMapOvr>
    <a:masterClrMapping/>
  </p:clrMapOvr>
  <p:transition spd="med">
    <p:rand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5"/>
          <p:cNvSpPr>
            <a:spLocks noChangeArrowheads="1"/>
          </p:cNvSpPr>
          <p:nvPr/>
        </p:nvSpPr>
        <p:spPr bwMode="auto">
          <a:xfrm>
            <a:off x="2705100" y="16240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lnSpc>
                <a:spcPct val="120000"/>
              </a:lnSpc>
              <a:spcBef>
                <a:spcPct val="20000"/>
              </a:spcBef>
              <a:buFont typeface="Wingdings" pitchFamily="2" charset="2"/>
              <a:buChar char="q"/>
              <a:defRPr kumimoji="1" sz="22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buChar char="l"/>
              <a:defRPr kumimoji="1" sz="2200">
                <a:solidFill>
                  <a:schemeClr val="bg2"/>
                </a:solidFill>
                <a:latin typeface="Times New Roman" pitchFamily="18" charset="0"/>
                <a:ea typeface="新細明體" pitchFamily="18" charset="-120"/>
              </a:defRPr>
            </a:lvl2pPr>
            <a:lvl3pPr marL="11430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buChar char="§"/>
              <a:defRPr kumimoji="1" sz="2200">
                <a:solidFill>
                  <a:schemeClr val="bg2"/>
                </a:solidFill>
                <a:latin typeface="Times New Roman" pitchFamily="18" charset="0"/>
                <a:ea typeface="新細明體" pitchFamily="18" charset="-120"/>
              </a:defRPr>
            </a:lvl4pPr>
            <a:lvl5pPr marL="20574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5pPr>
            <a:lvl6pPr marL="25146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6pPr>
            <a:lvl7pPr marL="29718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7pPr>
            <a:lvl8pPr marL="34290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8pPr>
            <a:lvl9pPr marL="38862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9pPr>
          </a:lstStyle>
          <a:p>
            <a:pPr eaLnBrk="1" hangingPunct="1">
              <a:spcBef>
                <a:spcPct val="0"/>
              </a:spcBef>
              <a:buFontTx/>
              <a:buNone/>
            </a:pPr>
            <a:endParaRPr lang="zh-TW" altLang="en-US" sz="1800">
              <a:solidFill>
                <a:schemeClr val="tx1"/>
              </a:solidFill>
            </a:endParaRPr>
          </a:p>
        </p:txBody>
      </p:sp>
      <p:sp>
        <p:nvSpPr>
          <p:cNvPr id="77827" name="Rectangle 11"/>
          <p:cNvSpPr>
            <a:spLocks noGrp="1" noChangeArrowheads="1"/>
          </p:cNvSpPr>
          <p:nvPr>
            <p:ph type="title"/>
          </p:nvPr>
        </p:nvSpPr>
        <p:spPr/>
        <p:txBody>
          <a:bodyPr/>
          <a:lstStyle/>
          <a:p>
            <a:pPr eaLnBrk="1"/>
            <a:r>
              <a:rPr lang="zh-TW" altLang="en-US" smtClean="0"/>
              <a:t>圖</a:t>
            </a:r>
            <a:r>
              <a:rPr lang="en-US" altLang="zh-TW" smtClean="0"/>
              <a:t>7-14 </a:t>
            </a:r>
            <a:r>
              <a:rPr lang="zh-TW" altLang="en-US" smtClean="0"/>
              <a:t>正規化的步驟</a:t>
            </a:r>
            <a:endParaRPr lang="en-US" altLang="zh-TW" smtClean="0"/>
          </a:p>
        </p:txBody>
      </p:sp>
      <p:pic>
        <p:nvPicPr>
          <p:cNvPr id="77828" name="Picture 12" descr="z-vb157d-f7-14"/>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l="16383" t="12189" r="3688" b="3012"/>
          <a:stretch>
            <a:fillRect/>
          </a:stretch>
        </p:blipFill>
        <p:spPr>
          <a:xfrm>
            <a:off x="2339975" y="1557338"/>
            <a:ext cx="4895850" cy="47513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8"/>
          <p:cNvSpPr>
            <a:spLocks noGrp="1" noChangeArrowheads="1"/>
          </p:cNvSpPr>
          <p:nvPr>
            <p:ph type="title"/>
          </p:nvPr>
        </p:nvSpPr>
        <p:spPr/>
        <p:txBody>
          <a:bodyPr/>
          <a:lstStyle/>
          <a:p>
            <a:pPr eaLnBrk="1"/>
            <a:r>
              <a:rPr lang="zh-TW" altLang="en-US" smtClean="0"/>
              <a:t>表</a:t>
            </a:r>
            <a:r>
              <a:rPr lang="en-US" altLang="zh-TW" smtClean="0"/>
              <a:t>7-10 </a:t>
            </a:r>
            <a:r>
              <a:rPr lang="zh-TW" altLang="en-US" smtClean="0"/>
              <a:t>未正規化的關聯表：成績單</a:t>
            </a:r>
            <a:endParaRPr lang="en-US" altLang="zh-TW" smtClean="0"/>
          </a:p>
        </p:txBody>
      </p:sp>
      <p:pic>
        <p:nvPicPr>
          <p:cNvPr id="78851" name="Picture 9" descr="z-vb157d-t7-10"/>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t="20403" r="1070" b="7903"/>
          <a:stretch>
            <a:fillRect/>
          </a:stretch>
        </p:blipFill>
        <p:spPr>
          <a:xfrm>
            <a:off x="1116013" y="2133600"/>
            <a:ext cx="7489825" cy="23447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9"/>
          <p:cNvSpPr>
            <a:spLocks noGrp="1" noChangeArrowheads="1"/>
          </p:cNvSpPr>
          <p:nvPr>
            <p:ph type="title"/>
          </p:nvPr>
        </p:nvSpPr>
        <p:spPr/>
        <p:txBody>
          <a:bodyPr/>
          <a:lstStyle/>
          <a:p>
            <a:pPr eaLnBrk="1"/>
            <a:r>
              <a:rPr lang="zh-TW" altLang="en-US" smtClean="0"/>
              <a:t>表</a:t>
            </a:r>
            <a:r>
              <a:rPr lang="en-US" altLang="zh-TW" smtClean="0"/>
              <a:t>7-11 </a:t>
            </a:r>
            <a:r>
              <a:rPr lang="zh-TW" altLang="en-US" smtClean="0"/>
              <a:t>第一正規化形式：成績單關聯表</a:t>
            </a:r>
            <a:endParaRPr lang="en-US" altLang="zh-TW" smtClean="0"/>
          </a:p>
        </p:txBody>
      </p:sp>
      <p:pic>
        <p:nvPicPr>
          <p:cNvPr id="80899" name="Picture 13" descr="z-vb157d-t7-11"/>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2686" t="14153" b="3342"/>
          <a:stretch>
            <a:fillRect/>
          </a:stretch>
        </p:blipFill>
        <p:spPr>
          <a:xfrm>
            <a:off x="1042988" y="1628775"/>
            <a:ext cx="7559675" cy="38084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9"/>
          <p:cNvSpPr>
            <a:spLocks noGrp="1" noChangeArrowheads="1"/>
          </p:cNvSpPr>
          <p:nvPr>
            <p:ph type="title"/>
          </p:nvPr>
        </p:nvSpPr>
        <p:spPr/>
        <p:txBody>
          <a:bodyPr/>
          <a:lstStyle/>
          <a:p>
            <a:pPr eaLnBrk="1"/>
            <a:r>
              <a:rPr lang="zh-TW" altLang="en-US" smtClean="0"/>
              <a:t>圖</a:t>
            </a:r>
            <a:r>
              <a:rPr lang="en-US" altLang="zh-TW" smtClean="0"/>
              <a:t>7-15 </a:t>
            </a:r>
            <a:r>
              <a:rPr lang="zh-TW" altLang="en-US" smtClean="0"/>
              <a:t>成績關聯表中之部分功能相依</a:t>
            </a:r>
          </a:p>
        </p:txBody>
      </p:sp>
      <p:pic>
        <p:nvPicPr>
          <p:cNvPr id="82947" name="Picture 12" descr="z-vb157d-f7-15"/>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16743" t="20512" r="5048"/>
          <a:stretch>
            <a:fillRect/>
          </a:stretch>
        </p:blipFill>
        <p:spPr>
          <a:xfrm>
            <a:off x="1187450" y="1554163"/>
            <a:ext cx="72723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10"/>
          <p:cNvSpPr>
            <a:spLocks noGrp="1" noChangeArrowheads="1"/>
          </p:cNvSpPr>
          <p:nvPr>
            <p:ph type="title"/>
          </p:nvPr>
        </p:nvSpPr>
        <p:spPr/>
        <p:txBody>
          <a:bodyPr/>
          <a:lstStyle/>
          <a:p>
            <a:pPr eaLnBrk="1"/>
            <a:r>
              <a:rPr lang="zh-TW" altLang="en-US" smtClean="0"/>
              <a:t>表</a:t>
            </a:r>
            <a:r>
              <a:rPr lang="en-US" altLang="zh-TW" smtClean="0"/>
              <a:t>7-12a </a:t>
            </a:r>
            <a:r>
              <a:rPr lang="zh-TW" altLang="en-US" smtClean="0"/>
              <a:t>學生關聯表</a:t>
            </a:r>
            <a:r>
              <a:rPr lang="en-US" altLang="zh-TW" smtClean="0"/>
              <a:t>(3NF)</a:t>
            </a:r>
            <a:endParaRPr lang="zh-TW" altLang="en-US" smtClean="0"/>
          </a:p>
        </p:txBody>
      </p:sp>
      <p:pic>
        <p:nvPicPr>
          <p:cNvPr id="84995" name="Picture 12" descr="z-vb157d-t7-12a"/>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2603" t="32996" b="4332"/>
          <a:stretch>
            <a:fillRect/>
          </a:stretch>
        </p:blipFill>
        <p:spPr>
          <a:xfrm>
            <a:off x="755650" y="2276475"/>
            <a:ext cx="7705725" cy="157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投影片編號版面配置區 6"/>
          <p:cNvSpPr>
            <a:spLocks noGrp="1"/>
          </p:cNvSpPr>
          <p:nvPr>
            <p:ph type="sldNum" sz="quarter" idx="4294967295"/>
          </p:nvPr>
        </p:nvSpPr>
        <p:spPr bwMode="auto">
          <a:xfrm>
            <a:off x="8229600" y="6473825"/>
            <a:ext cx="758825" cy="2476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lnSpc>
                <a:spcPct val="120000"/>
              </a:lnSpc>
              <a:spcBef>
                <a:spcPct val="20000"/>
              </a:spcBef>
              <a:buFont typeface="Wingdings" pitchFamily="2" charset="2"/>
              <a:buChar char="q"/>
              <a:defRPr kumimoji="1" sz="2200">
                <a:solidFill>
                  <a:schemeClr val="bg2"/>
                </a:solidFill>
                <a:latin typeface="Times New Roman" pitchFamily="18" charset="0"/>
                <a:ea typeface="新細明體" pitchFamily="18" charset="-120"/>
              </a:defRPr>
            </a:lvl1pPr>
            <a:lvl2pPr marL="742950" indent="-285750" algn="just">
              <a:lnSpc>
                <a:spcPct val="120000"/>
              </a:lnSpc>
              <a:spcBef>
                <a:spcPct val="20000"/>
              </a:spcBef>
              <a:buFont typeface="Wingdings" pitchFamily="2" charset="2"/>
              <a:buChar char="l"/>
              <a:defRPr kumimoji="1" sz="2200">
                <a:solidFill>
                  <a:schemeClr val="bg2"/>
                </a:solidFill>
                <a:latin typeface="Times New Roman" pitchFamily="18" charset="0"/>
                <a:ea typeface="新細明體" pitchFamily="18" charset="-120"/>
              </a:defRPr>
            </a:lvl2pPr>
            <a:lvl3pPr marL="11430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3pPr>
            <a:lvl4pPr marL="1600200" indent="-228600" algn="just">
              <a:lnSpc>
                <a:spcPct val="120000"/>
              </a:lnSpc>
              <a:spcBef>
                <a:spcPct val="20000"/>
              </a:spcBef>
              <a:buFont typeface="Wingdings" pitchFamily="2" charset="2"/>
              <a:buChar char="§"/>
              <a:defRPr kumimoji="1" sz="2200">
                <a:solidFill>
                  <a:schemeClr val="bg2"/>
                </a:solidFill>
                <a:latin typeface="Times New Roman" pitchFamily="18" charset="0"/>
                <a:ea typeface="新細明體" pitchFamily="18" charset="-120"/>
              </a:defRPr>
            </a:lvl4pPr>
            <a:lvl5pPr marL="2057400" indent="-228600" algn="just">
              <a:lnSpc>
                <a:spcPct val="120000"/>
              </a:lnSpc>
              <a:spcBef>
                <a:spcPct val="20000"/>
              </a:spcBef>
              <a:buChar char="•"/>
              <a:defRPr kumimoji="1" sz="2200">
                <a:solidFill>
                  <a:schemeClr val="bg2"/>
                </a:solidFill>
                <a:latin typeface="Times New Roman" pitchFamily="18" charset="0"/>
                <a:ea typeface="新細明體" pitchFamily="18" charset="-120"/>
              </a:defRPr>
            </a:lvl5pPr>
            <a:lvl6pPr marL="25146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6pPr>
            <a:lvl7pPr marL="29718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7pPr>
            <a:lvl8pPr marL="34290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8pPr>
            <a:lvl9pPr marL="3886200" indent="-228600" algn="just" eaLnBrk="0" fontAlgn="base" hangingPunct="0">
              <a:lnSpc>
                <a:spcPct val="120000"/>
              </a:lnSpc>
              <a:spcBef>
                <a:spcPct val="20000"/>
              </a:spcBef>
              <a:spcAft>
                <a:spcPct val="0"/>
              </a:spcAft>
              <a:buChar char="•"/>
              <a:defRPr kumimoji="1" sz="2200">
                <a:solidFill>
                  <a:schemeClr val="bg2"/>
                </a:solidFill>
                <a:latin typeface="Times New Roman" pitchFamily="18" charset="0"/>
                <a:ea typeface="新細明體" pitchFamily="18" charset="-120"/>
              </a:defRPr>
            </a:lvl9pPr>
          </a:lstStyle>
          <a:p>
            <a:pPr algn="r" eaLnBrk="1" hangingPunct="1">
              <a:spcBef>
                <a:spcPct val="0"/>
              </a:spcBef>
              <a:buFontTx/>
              <a:buNone/>
            </a:pPr>
            <a:r>
              <a:rPr lang="en-US" altLang="zh-TW" sz="900">
                <a:solidFill>
                  <a:srgbClr val="D38E27"/>
                </a:solidFill>
              </a:rPr>
              <a:t>7-</a:t>
            </a:r>
            <a:fld id="{8BA0DA04-AB3D-4E5E-9DE3-133BA6C1D30B}" type="slidenum">
              <a:rPr lang="en-US" altLang="zh-TW" sz="900">
                <a:solidFill>
                  <a:srgbClr val="D38E27"/>
                </a:solidFill>
              </a:rPr>
              <a:pPr algn="r" eaLnBrk="1" hangingPunct="1">
                <a:spcBef>
                  <a:spcPct val="0"/>
                </a:spcBef>
                <a:buFontTx/>
                <a:buNone/>
              </a:pPr>
              <a:t>32</a:t>
            </a:fld>
            <a:endParaRPr lang="en-US" altLang="zh-TW" sz="900">
              <a:solidFill>
                <a:srgbClr val="D38E27"/>
              </a:solidFill>
            </a:endParaRPr>
          </a:p>
        </p:txBody>
      </p:sp>
      <p:sp>
        <p:nvSpPr>
          <p:cNvPr id="2" name="頁尾版面配置區 1"/>
          <p:cNvSpPr>
            <a:spLocks noGrp="1"/>
          </p:cNvSpPr>
          <p:nvPr>
            <p:ph type="ftr" sz="quarter" idx="4294967295"/>
          </p:nvPr>
        </p:nvSpPr>
        <p:spPr>
          <a:xfrm>
            <a:off x="6092825" y="63500"/>
            <a:ext cx="2895600" cy="288925"/>
          </a:xfrm>
          <a:prstGeom prst="rect">
            <a:avLst/>
          </a:prstGeom>
        </p:spPr>
        <p:txBody>
          <a:bodyPr/>
          <a:lstStyle/>
          <a:p>
            <a:pPr algn="r" eaLnBrk="1" hangingPunct="1">
              <a:defRPr/>
            </a:pPr>
            <a:r>
              <a:rPr lang="zh-TW" altLang="en-US" sz="1200">
                <a:solidFill>
                  <a:schemeClr val="accent1">
                    <a:shade val="75000"/>
                  </a:schemeClr>
                </a:solidFill>
              </a:rPr>
              <a:t>吳仁和、林信惠 </a:t>
            </a:r>
            <a:r>
              <a:rPr lang="en-US" altLang="zh-TW" sz="1200">
                <a:solidFill>
                  <a:schemeClr val="accent1">
                    <a:shade val="75000"/>
                  </a:schemeClr>
                </a:solidFill>
              </a:rPr>
              <a:t>(2016)</a:t>
            </a:r>
          </a:p>
        </p:txBody>
      </p:sp>
      <p:sp>
        <p:nvSpPr>
          <p:cNvPr id="86020" name="Rectangle 8"/>
          <p:cNvSpPr>
            <a:spLocks noGrp="1" noChangeArrowheads="1"/>
          </p:cNvSpPr>
          <p:nvPr>
            <p:ph type="title"/>
          </p:nvPr>
        </p:nvSpPr>
        <p:spPr/>
        <p:txBody>
          <a:bodyPr/>
          <a:lstStyle/>
          <a:p>
            <a:pPr eaLnBrk="1"/>
            <a:r>
              <a:rPr lang="zh-TW" altLang="en-US" smtClean="0"/>
              <a:t>表</a:t>
            </a:r>
            <a:r>
              <a:rPr lang="en-US" altLang="zh-TW" smtClean="0"/>
              <a:t>7-12b </a:t>
            </a:r>
            <a:r>
              <a:rPr lang="zh-TW" altLang="en-US" smtClean="0"/>
              <a:t>課程</a:t>
            </a:r>
            <a:r>
              <a:rPr lang="en-US" altLang="zh-TW" smtClean="0"/>
              <a:t>—</a:t>
            </a:r>
            <a:r>
              <a:rPr lang="zh-TW" altLang="en-US" smtClean="0"/>
              <a:t>老師關聯表</a:t>
            </a:r>
            <a:r>
              <a:rPr lang="en-US" altLang="zh-TW" smtClean="0"/>
              <a:t>(2NF)</a:t>
            </a:r>
            <a:endParaRPr lang="zh-TW" altLang="en-US" smtClean="0"/>
          </a:p>
        </p:txBody>
      </p:sp>
      <p:pic>
        <p:nvPicPr>
          <p:cNvPr id="86021" name="Picture 9" descr="z-vb157d-t7-12b"/>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2580" t="24120" b="9569"/>
          <a:stretch>
            <a:fillRect/>
          </a:stretch>
        </p:blipFill>
        <p:spPr>
          <a:xfrm>
            <a:off x="468313" y="2349500"/>
            <a:ext cx="8459787" cy="24574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8"/>
          <p:cNvSpPr>
            <a:spLocks noGrp="1" noChangeArrowheads="1"/>
          </p:cNvSpPr>
          <p:nvPr>
            <p:ph type="title"/>
          </p:nvPr>
        </p:nvSpPr>
        <p:spPr/>
        <p:txBody>
          <a:bodyPr/>
          <a:lstStyle/>
          <a:p>
            <a:pPr eaLnBrk="1"/>
            <a:r>
              <a:rPr lang="zh-TW" altLang="en-US" smtClean="0"/>
              <a:t>表</a:t>
            </a:r>
            <a:r>
              <a:rPr lang="en-US" altLang="zh-TW" smtClean="0"/>
              <a:t>7-12c </a:t>
            </a:r>
            <a:r>
              <a:rPr lang="zh-TW" altLang="en-US" smtClean="0"/>
              <a:t>選課關聯表</a:t>
            </a:r>
            <a:r>
              <a:rPr lang="en-US" altLang="zh-TW" smtClean="0"/>
              <a:t>(3NF)</a:t>
            </a:r>
          </a:p>
        </p:txBody>
      </p:sp>
      <p:pic>
        <p:nvPicPr>
          <p:cNvPr id="87043" name="Picture 12" descr="z-vb157d-t7-12c"/>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t="20398" b="3976"/>
          <a:stretch>
            <a:fillRect/>
          </a:stretch>
        </p:blipFill>
        <p:spPr>
          <a:xfrm>
            <a:off x="971550" y="1844675"/>
            <a:ext cx="7524750" cy="26622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10"/>
          <p:cNvSpPr>
            <a:spLocks noGrp="1" noChangeArrowheads="1"/>
          </p:cNvSpPr>
          <p:nvPr>
            <p:ph type="title"/>
          </p:nvPr>
        </p:nvSpPr>
        <p:spPr/>
        <p:txBody>
          <a:bodyPr/>
          <a:lstStyle/>
          <a:p>
            <a:pPr eaLnBrk="1"/>
            <a:r>
              <a:rPr lang="zh-TW" altLang="en-US" smtClean="0"/>
              <a:t>圖</a:t>
            </a:r>
            <a:r>
              <a:rPr lang="en-US" altLang="zh-TW" smtClean="0"/>
              <a:t>7-16 </a:t>
            </a:r>
            <a:r>
              <a:rPr lang="zh-TW" altLang="en-US" smtClean="0"/>
              <a:t>課程</a:t>
            </a:r>
            <a:r>
              <a:rPr lang="en-US" altLang="zh-TW" smtClean="0"/>
              <a:t>—</a:t>
            </a:r>
            <a:r>
              <a:rPr lang="zh-TW" altLang="en-US" smtClean="0"/>
              <a:t>老師關聯表之遞移相依</a:t>
            </a:r>
          </a:p>
        </p:txBody>
      </p:sp>
      <p:pic>
        <p:nvPicPr>
          <p:cNvPr id="89091" name="Picture 12" descr="z-vb157d-f7-16"/>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7503" t="31500" r="2592" b="5000"/>
          <a:stretch>
            <a:fillRect/>
          </a:stretch>
        </p:blipFill>
        <p:spPr>
          <a:xfrm>
            <a:off x="755650" y="2492375"/>
            <a:ext cx="7777163" cy="16748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9"/>
          <p:cNvSpPr>
            <a:spLocks noGrp="1" noChangeArrowheads="1"/>
          </p:cNvSpPr>
          <p:nvPr>
            <p:ph type="title"/>
          </p:nvPr>
        </p:nvSpPr>
        <p:spPr/>
        <p:txBody>
          <a:bodyPr/>
          <a:lstStyle/>
          <a:p>
            <a:pPr eaLnBrk="1"/>
            <a:r>
              <a:rPr lang="zh-TW" altLang="en-US" smtClean="0"/>
              <a:t>表</a:t>
            </a:r>
            <a:r>
              <a:rPr lang="en-US" altLang="zh-TW" smtClean="0"/>
              <a:t>17-13a </a:t>
            </a:r>
            <a:r>
              <a:rPr lang="zh-TW" altLang="en-US" smtClean="0"/>
              <a:t>課程關聯表</a:t>
            </a:r>
            <a:r>
              <a:rPr lang="en-US" altLang="zh-TW" smtClean="0"/>
              <a:t>(3NF)</a:t>
            </a:r>
          </a:p>
        </p:txBody>
      </p:sp>
      <p:pic>
        <p:nvPicPr>
          <p:cNvPr id="91139" name="Picture 12" descr="z-vb157d-t7-13a"/>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1599" t="25777" r="2179" b="5222"/>
          <a:stretch>
            <a:fillRect/>
          </a:stretch>
        </p:blipFill>
        <p:spPr>
          <a:xfrm>
            <a:off x="574675" y="2330450"/>
            <a:ext cx="8174038" cy="25765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10"/>
          <p:cNvSpPr>
            <a:spLocks noGrp="1" noChangeArrowheads="1"/>
          </p:cNvSpPr>
          <p:nvPr>
            <p:ph type="title"/>
          </p:nvPr>
        </p:nvSpPr>
        <p:spPr/>
        <p:txBody>
          <a:bodyPr/>
          <a:lstStyle/>
          <a:p>
            <a:pPr eaLnBrk="1"/>
            <a:r>
              <a:rPr lang="zh-TW" altLang="en-US" smtClean="0"/>
              <a:t>表</a:t>
            </a:r>
            <a:r>
              <a:rPr lang="en-US" altLang="zh-TW" smtClean="0"/>
              <a:t>7-13b </a:t>
            </a:r>
            <a:r>
              <a:rPr lang="zh-TW" altLang="en-US" smtClean="0"/>
              <a:t>老師關聯表</a:t>
            </a:r>
            <a:r>
              <a:rPr lang="en-US" altLang="zh-TW" smtClean="0"/>
              <a:t>(3NF)</a:t>
            </a:r>
          </a:p>
        </p:txBody>
      </p:sp>
      <p:pic>
        <p:nvPicPr>
          <p:cNvPr id="92163" name="Picture 11" descr="z-vb157d-t7-13b"/>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3125" t="23952" b="5118"/>
          <a:stretch>
            <a:fillRect/>
          </a:stretch>
        </p:blipFill>
        <p:spPr>
          <a:xfrm>
            <a:off x="971550" y="2276475"/>
            <a:ext cx="7416800" cy="25209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10"/>
          <p:cNvSpPr>
            <a:spLocks noGrp="1" noChangeArrowheads="1"/>
          </p:cNvSpPr>
          <p:nvPr>
            <p:ph type="title"/>
          </p:nvPr>
        </p:nvSpPr>
        <p:spPr/>
        <p:txBody>
          <a:bodyPr/>
          <a:lstStyle/>
          <a:p>
            <a:pPr eaLnBrk="1"/>
            <a:r>
              <a:rPr lang="zh-TW" altLang="en-US" smtClean="0"/>
              <a:t>表</a:t>
            </a:r>
            <a:r>
              <a:rPr lang="en-US" altLang="zh-TW" smtClean="0"/>
              <a:t>7-14a </a:t>
            </a:r>
            <a:r>
              <a:rPr lang="zh-TW" altLang="en-US" smtClean="0"/>
              <a:t>學生關聯表</a:t>
            </a:r>
            <a:r>
              <a:rPr lang="en-US" altLang="zh-TW" smtClean="0"/>
              <a:t>(3NF)</a:t>
            </a:r>
          </a:p>
        </p:txBody>
      </p:sp>
      <p:pic>
        <p:nvPicPr>
          <p:cNvPr id="94211" name="Picture 13" descr="z-vb157d-t7-14a"/>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4846" t="32208" r="2811" b="6557"/>
          <a:stretch>
            <a:fillRect/>
          </a:stretch>
        </p:blipFill>
        <p:spPr>
          <a:xfrm>
            <a:off x="684213" y="2565400"/>
            <a:ext cx="8029575" cy="15843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8"/>
          <p:cNvSpPr>
            <a:spLocks noGrp="1" noChangeArrowheads="1"/>
          </p:cNvSpPr>
          <p:nvPr>
            <p:ph type="title"/>
          </p:nvPr>
        </p:nvSpPr>
        <p:spPr/>
        <p:txBody>
          <a:bodyPr/>
          <a:lstStyle/>
          <a:p>
            <a:pPr eaLnBrk="1"/>
            <a:r>
              <a:rPr lang="zh-TW" altLang="en-US" smtClean="0"/>
              <a:t>表</a:t>
            </a:r>
            <a:r>
              <a:rPr lang="en-US" altLang="zh-TW" smtClean="0"/>
              <a:t>7-14b </a:t>
            </a:r>
            <a:r>
              <a:rPr lang="zh-TW" altLang="en-US" smtClean="0"/>
              <a:t>選課關聯表</a:t>
            </a:r>
            <a:r>
              <a:rPr lang="en-US" altLang="zh-TW" smtClean="0"/>
              <a:t>(3NF)</a:t>
            </a:r>
          </a:p>
        </p:txBody>
      </p:sp>
      <p:pic>
        <p:nvPicPr>
          <p:cNvPr id="95235" name="Picture 10" descr="z-vb157d-t7-14b"/>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2859" t="21790" r="3424" b="5432"/>
          <a:stretch>
            <a:fillRect/>
          </a:stretch>
        </p:blipFill>
        <p:spPr>
          <a:xfrm>
            <a:off x="827088" y="2060575"/>
            <a:ext cx="7740650" cy="27574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10"/>
          <p:cNvSpPr>
            <a:spLocks noGrp="1" noChangeArrowheads="1"/>
          </p:cNvSpPr>
          <p:nvPr>
            <p:ph type="title"/>
          </p:nvPr>
        </p:nvSpPr>
        <p:spPr/>
        <p:txBody>
          <a:bodyPr/>
          <a:lstStyle/>
          <a:p>
            <a:pPr eaLnBrk="1"/>
            <a:r>
              <a:rPr lang="zh-TW" altLang="en-US" smtClean="0"/>
              <a:t>表</a:t>
            </a:r>
            <a:r>
              <a:rPr lang="en-US" altLang="zh-TW" smtClean="0"/>
              <a:t>7-14c </a:t>
            </a:r>
            <a:r>
              <a:rPr lang="zh-TW" altLang="en-US" smtClean="0"/>
              <a:t>課程關聯表</a:t>
            </a:r>
            <a:r>
              <a:rPr lang="en-US" altLang="zh-TW" smtClean="0"/>
              <a:t>(3NF)</a:t>
            </a:r>
          </a:p>
        </p:txBody>
      </p:sp>
      <p:pic>
        <p:nvPicPr>
          <p:cNvPr id="96259" name="Picture 12" descr="z-vb157d-t7-14c"/>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4132" t="21988" r="3426" b="7011"/>
          <a:stretch>
            <a:fillRect/>
          </a:stretch>
        </p:blipFill>
        <p:spPr>
          <a:xfrm>
            <a:off x="1258888" y="2060575"/>
            <a:ext cx="7345362" cy="23463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10"/>
          <p:cNvSpPr>
            <a:spLocks noGrp="1" noChangeArrowheads="1"/>
          </p:cNvSpPr>
          <p:nvPr>
            <p:ph type="title"/>
          </p:nvPr>
        </p:nvSpPr>
        <p:spPr/>
        <p:txBody>
          <a:bodyPr/>
          <a:lstStyle/>
          <a:p>
            <a:pPr eaLnBrk="1"/>
            <a:r>
              <a:rPr lang="zh-TW" altLang="en-US" smtClean="0"/>
              <a:t>表</a:t>
            </a:r>
            <a:r>
              <a:rPr lang="en-US" altLang="zh-TW" smtClean="0"/>
              <a:t>7-14d </a:t>
            </a:r>
            <a:r>
              <a:rPr lang="zh-TW" altLang="en-US" smtClean="0"/>
              <a:t>老師關聯表</a:t>
            </a:r>
            <a:r>
              <a:rPr lang="en-US" altLang="zh-TW" smtClean="0"/>
              <a:t>(	3NF)</a:t>
            </a:r>
          </a:p>
        </p:txBody>
      </p:sp>
      <p:pic>
        <p:nvPicPr>
          <p:cNvPr id="97283" name="Picture 12" descr="z-vb157d-t7-14d"/>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2493" t="24724" r="1730" b="6543"/>
          <a:stretch>
            <a:fillRect/>
          </a:stretch>
        </p:blipFill>
        <p:spPr>
          <a:xfrm>
            <a:off x="1042988" y="2349500"/>
            <a:ext cx="7632700" cy="23320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sld>
</file>

<file path=ppt/theme/theme1.xml><?xml version="1.0" encoding="utf-8"?>
<a:theme xmlns:a="http://schemas.openxmlformats.org/drawingml/2006/main" name="ch01">
  <a:themeElements>
    <a:clrScheme name="">
      <a:dk1>
        <a:srgbClr val="000000"/>
      </a:dk1>
      <a:lt1>
        <a:srgbClr val="FFFFFF"/>
      </a:lt1>
      <a:dk2>
        <a:srgbClr val="CCFFFF"/>
      </a:dk2>
      <a:lt2>
        <a:srgbClr val="CBCBCB"/>
      </a:lt2>
      <a:accent1>
        <a:srgbClr val="009999"/>
      </a:accent1>
      <a:accent2>
        <a:srgbClr val="FF9933"/>
      </a:accent2>
      <a:accent3>
        <a:srgbClr val="E2FFFF"/>
      </a:accent3>
      <a:accent4>
        <a:srgbClr val="DADADA"/>
      </a:accent4>
      <a:accent5>
        <a:srgbClr val="AACACA"/>
      </a:accent5>
      <a:accent6>
        <a:srgbClr val="E78A2D"/>
      </a:accent6>
      <a:hlink>
        <a:srgbClr val="330099"/>
      </a:hlink>
      <a:folHlink>
        <a:srgbClr val="CBCBCB"/>
      </a:folHlink>
    </a:clrScheme>
    <a:fontScheme name="ch01">
      <a:majorFont>
        <a:latin typeface="Times New Roman"/>
        <a:ea typeface="華康特粗明體"/>
        <a:cs typeface=""/>
      </a:majorFont>
      <a:minorFont>
        <a:latin typeface="Times New Roman"/>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zh-TW" altLang="zh-TW" sz="2400" b="0" i="0" u="none" strike="noStrike" cap="none" normalizeH="0" baseline="0" smtClean="0">
            <a:ln>
              <a:noFill/>
            </a:ln>
            <a:solidFill>
              <a:schemeClr val="tx1"/>
            </a:solidFill>
            <a:effectLst/>
            <a:latin typeface="Times New Roman" pitchFamily="18" charset="0"/>
            <a:ea typeface="新細明體" pitchFamily="18" charset="-12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zh-TW" altLang="zh-TW" sz="2400" b="0" i="0" u="none" strike="noStrike" cap="none" normalizeH="0" baseline="0" smtClean="0">
            <a:ln>
              <a:noFill/>
            </a:ln>
            <a:solidFill>
              <a:schemeClr val="tx1"/>
            </a:solidFill>
            <a:effectLst/>
            <a:latin typeface="Times New Roman" pitchFamily="18" charset="0"/>
            <a:ea typeface="新細明體" pitchFamily="18" charset="-120"/>
          </a:defRPr>
        </a:defPPr>
      </a:lstStyle>
    </a:lnDef>
  </a:objectDefaults>
  <a:extraClrSchemeLst>
    <a:extraClrScheme>
      <a:clrScheme name="ch01 1">
        <a:dk1>
          <a:srgbClr val="000000"/>
        </a:dk1>
        <a:lt1>
          <a:srgbClr val="FFFFFF"/>
        </a:lt1>
        <a:dk2>
          <a:srgbClr val="0066CC"/>
        </a:dk2>
        <a:lt2>
          <a:srgbClr val="CBCBCB"/>
        </a:lt2>
        <a:accent1>
          <a:srgbClr val="009999"/>
        </a:accent1>
        <a:accent2>
          <a:srgbClr val="FF9933"/>
        </a:accent2>
        <a:accent3>
          <a:srgbClr val="AAB8E2"/>
        </a:accent3>
        <a:accent4>
          <a:srgbClr val="DADADA"/>
        </a:accent4>
        <a:accent5>
          <a:srgbClr val="AACACA"/>
        </a:accent5>
        <a:accent6>
          <a:srgbClr val="E78A2D"/>
        </a:accent6>
        <a:hlink>
          <a:srgbClr val="330099"/>
        </a:hlink>
        <a:folHlink>
          <a:srgbClr val="CBCBCB"/>
        </a:folHlink>
      </a:clrScheme>
      <a:clrMap bg1="dk2" tx1="lt1" bg2="dk1" tx2="lt2" accent1="accent1" accent2="accent2" accent3="accent3" accent4="accent4" accent5="accent5" accent6="accent6" hlink="hlink" folHlink="folHlink"/>
    </a:extraClrScheme>
    <a:extraClrScheme>
      <a:clrScheme name="ch01 2">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ch01 3">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5_ch01 網際網路基礎">
  <a:themeElements>
    <a:clrScheme name="">
      <a:dk1>
        <a:srgbClr val="000000"/>
      </a:dk1>
      <a:lt1>
        <a:srgbClr val="FFFFFF"/>
      </a:lt1>
      <a:dk2>
        <a:srgbClr val="CCFFFF"/>
      </a:dk2>
      <a:lt2>
        <a:srgbClr val="CBCBCB"/>
      </a:lt2>
      <a:accent1>
        <a:srgbClr val="009999"/>
      </a:accent1>
      <a:accent2>
        <a:srgbClr val="FF9933"/>
      </a:accent2>
      <a:accent3>
        <a:srgbClr val="E2FFFF"/>
      </a:accent3>
      <a:accent4>
        <a:srgbClr val="DADADA"/>
      </a:accent4>
      <a:accent5>
        <a:srgbClr val="AACACA"/>
      </a:accent5>
      <a:accent6>
        <a:srgbClr val="E78A2D"/>
      </a:accent6>
      <a:hlink>
        <a:srgbClr val="330099"/>
      </a:hlink>
      <a:folHlink>
        <a:srgbClr val="CBCBCB"/>
      </a:folHlink>
    </a:clrScheme>
    <a:fontScheme name="5_ch01 網際網路基礎">
      <a:majorFont>
        <a:latin typeface="Times New Roman"/>
        <a:ea typeface="華康特粗明體"/>
        <a:cs typeface=""/>
      </a:majorFont>
      <a:minorFont>
        <a:latin typeface="Times New Roman"/>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zh-TW" altLang="zh-TW" sz="2400" b="0" i="0" u="none" strike="noStrike" cap="none" normalizeH="0" baseline="0" smtClean="0">
            <a:ln>
              <a:noFill/>
            </a:ln>
            <a:solidFill>
              <a:schemeClr val="tx1"/>
            </a:solidFill>
            <a:effectLst/>
            <a:latin typeface="Times New Roman" pitchFamily="18" charset="0"/>
            <a:ea typeface="新細明體" pitchFamily="18" charset="-12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zh-TW" altLang="zh-TW" sz="2400" b="0" i="0" u="none" strike="noStrike" cap="none" normalizeH="0" baseline="0" smtClean="0">
            <a:ln>
              <a:noFill/>
            </a:ln>
            <a:solidFill>
              <a:schemeClr val="tx1"/>
            </a:solidFill>
            <a:effectLst/>
            <a:latin typeface="Times New Roman" pitchFamily="18" charset="0"/>
            <a:ea typeface="新細明體" pitchFamily="18" charset="-120"/>
          </a:defRPr>
        </a:defPPr>
      </a:lstStyle>
    </a:lnDef>
  </a:objectDefaults>
  <a:extraClrSchemeLst>
    <a:extraClrScheme>
      <a:clrScheme name="5_ch01 網際網路基礎 1">
        <a:dk1>
          <a:srgbClr val="000000"/>
        </a:dk1>
        <a:lt1>
          <a:srgbClr val="FFFFFF"/>
        </a:lt1>
        <a:dk2>
          <a:srgbClr val="0066CC"/>
        </a:dk2>
        <a:lt2>
          <a:srgbClr val="CBCBCB"/>
        </a:lt2>
        <a:accent1>
          <a:srgbClr val="009999"/>
        </a:accent1>
        <a:accent2>
          <a:srgbClr val="FF9933"/>
        </a:accent2>
        <a:accent3>
          <a:srgbClr val="AAB8E2"/>
        </a:accent3>
        <a:accent4>
          <a:srgbClr val="DADADA"/>
        </a:accent4>
        <a:accent5>
          <a:srgbClr val="AACACA"/>
        </a:accent5>
        <a:accent6>
          <a:srgbClr val="E78A2D"/>
        </a:accent6>
        <a:hlink>
          <a:srgbClr val="330099"/>
        </a:hlink>
        <a:folHlink>
          <a:srgbClr val="CBCBCB"/>
        </a:folHlink>
      </a:clrScheme>
      <a:clrMap bg1="dk2" tx1="lt1" bg2="dk1" tx2="lt2" accent1="accent1" accent2="accent2" accent3="accent3" accent4="accent4" accent5="accent5" accent6="accent6" hlink="hlink" folHlink="folHlink"/>
    </a:extraClrScheme>
    <a:extraClrScheme>
      <a:clrScheme name="5_ch01 網際網路基礎 2">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5_ch01 網際網路基礎 3">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6_ch01 網際網路基礎">
  <a:themeElements>
    <a:clrScheme name="">
      <a:dk1>
        <a:srgbClr val="000000"/>
      </a:dk1>
      <a:lt1>
        <a:srgbClr val="FFFFFF"/>
      </a:lt1>
      <a:dk2>
        <a:srgbClr val="CCFFFF"/>
      </a:dk2>
      <a:lt2>
        <a:srgbClr val="CBCBCB"/>
      </a:lt2>
      <a:accent1>
        <a:srgbClr val="009999"/>
      </a:accent1>
      <a:accent2>
        <a:srgbClr val="FF9933"/>
      </a:accent2>
      <a:accent3>
        <a:srgbClr val="E2FFFF"/>
      </a:accent3>
      <a:accent4>
        <a:srgbClr val="DADADA"/>
      </a:accent4>
      <a:accent5>
        <a:srgbClr val="AACACA"/>
      </a:accent5>
      <a:accent6>
        <a:srgbClr val="E78A2D"/>
      </a:accent6>
      <a:hlink>
        <a:srgbClr val="330099"/>
      </a:hlink>
      <a:folHlink>
        <a:srgbClr val="CBCBCB"/>
      </a:folHlink>
    </a:clrScheme>
    <a:fontScheme name="6_ch01 網際網路基礎">
      <a:majorFont>
        <a:latin typeface="Times New Roman"/>
        <a:ea typeface="華康特粗明體"/>
        <a:cs typeface=""/>
      </a:majorFont>
      <a:minorFont>
        <a:latin typeface="Times New Roman"/>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zh-TW" altLang="zh-TW" sz="2400" b="0" i="0" u="none" strike="noStrike" cap="none" normalizeH="0" baseline="0" smtClean="0">
            <a:ln>
              <a:noFill/>
            </a:ln>
            <a:solidFill>
              <a:schemeClr val="tx1"/>
            </a:solidFill>
            <a:effectLst/>
            <a:latin typeface="Times New Roman" pitchFamily="18" charset="0"/>
            <a:ea typeface="新細明體" pitchFamily="18" charset="-12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zh-TW" altLang="zh-TW" sz="2400" b="0" i="0" u="none" strike="noStrike" cap="none" normalizeH="0" baseline="0" smtClean="0">
            <a:ln>
              <a:noFill/>
            </a:ln>
            <a:solidFill>
              <a:schemeClr val="tx1"/>
            </a:solidFill>
            <a:effectLst/>
            <a:latin typeface="Times New Roman" pitchFamily="18" charset="0"/>
            <a:ea typeface="新細明體" pitchFamily="18" charset="-120"/>
          </a:defRPr>
        </a:defPPr>
      </a:lstStyle>
    </a:lnDef>
  </a:objectDefaults>
  <a:extraClrSchemeLst>
    <a:extraClrScheme>
      <a:clrScheme name="6_ch01 網際網路基礎 1">
        <a:dk1>
          <a:srgbClr val="000000"/>
        </a:dk1>
        <a:lt1>
          <a:srgbClr val="FFFFFF"/>
        </a:lt1>
        <a:dk2>
          <a:srgbClr val="0066CC"/>
        </a:dk2>
        <a:lt2>
          <a:srgbClr val="CBCBCB"/>
        </a:lt2>
        <a:accent1>
          <a:srgbClr val="009999"/>
        </a:accent1>
        <a:accent2>
          <a:srgbClr val="FF9933"/>
        </a:accent2>
        <a:accent3>
          <a:srgbClr val="AAB8E2"/>
        </a:accent3>
        <a:accent4>
          <a:srgbClr val="DADADA"/>
        </a:accent4>
        <a:accent5>
          <a:srgbClr val="AACACA"/>
        </a:accent5>
        <a:accent6>
          <a:srgbClr val="E78A2D"/>
        </a:accent6>
        <a:hlink>
          <a:srgbClr val="330099"/>
        </a:hlink>
        <a:folHlink>
          <a:srgbClr val="CBCBCB"/>
        </a:folHlink>
      </a:clrScheme>
      <a:clrMap bg1="dk2" tx1="lt1" bg2="dk1" tx2="lt2" accent1="accent1" accent2="accent2" accent3="accent3" accent4="accent4" accent5="accent5" accent6="accent6" hlink="hlink" folHlink="folHlink"/>
    </a:extraClrScheme>
    <a:extraClrScheme>
      <a:clrScheme name="6_ch01 網際網路基礎 2">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6_ch01 網際網路基礎 3">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7_ch01 網際網路基礎">
  <a:themeElements>
    <a:clrScheme name="">
      <a:dk1>
        <a:srgbClr val="000000"/>
      </a:dk1>
      <a:lt1>
        <a:srgbClr val="FFFFFF"/>
      </a:lt1>
      <a:dk2>
        <a:srgbClr val="CCFFFF"/>
      </a:dk2>
      <a:lt2>
        <a:srgbClr val="CBCBCB"/>
      </a:lt2>
      <a:accent1>
        <a:srgbClr val="009999"/>
      </a:accent1>
      <a:accent2>
        <a:srgbClr val="FF9933"/>
      </a:accent2>
      <a:accent3>
        <a:srgbClr val="E2FFFF"/>
      </a:accent3>
      <a:accent4>
        <a:srgbClr val="DADADA"/>
      </a:accent4>
      <a:accent5>
        <a:srgbClr val="AACACA"/>
      </a:accent5>
      <a:accent6>
        <a:srgbClr val="E78A2D"/>
      </a:accent6>
      <a:hlink>
        <a:srgbClr val="330099"/>
      </a:hlink>
      <a:folHlink>
        <a:srgbClr val="CBCBCB"/>
      </a:folHlink>
    </a:clrScheme>
    <a:fontScheme name="7_ch01 網際網路基礎">
      <a:majorFont>
        <a:latin typeface="Times New Roman"/>
        <a:ea typeface="華康特粗明體"/>
        <a:cs typeface=""/>
      </a:majorFont>
      <a:minorFont>
        <a:latin typeface="Times New Roman"/>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zh-TW" altLang="zh-TW" sz="2400" b="0" i="0" u="none" strike="noStrike" cap="none" normalizeH="0" baseline="0" smtClean="0">
            <a:ln>
              <a:noFill/>
            </a:ln>
            <a:solidFill>
              <a:schemeClr val="tx1"/>
            </a:solidFill>
            <a:effectLst/>
            <a:latin typeface="Times New Roman" pitchFamily="18" charset="0"/>
            <a:ea typeface="新細明體" pitchFamily="18" charset="-12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zh-TW" altLang="zh-TW" sz="2400" b="0" i="0" u="none" strike="noStrike" cap="none" normalizeH="0" baseline="0" smtClean="0">
            <a:ln>
              <a:noFill/>
            </a:ln>
            <a:solidFill>
              <a:schemeClr val="tx1"/>
            </a:solidFill>
            <a:effectLst/>
            <a:latin typeface="Times New Roman" pitchFamily="18" charset="0"/>
            <a:ea typeface="新細明體" pitchFamily="18" charset="-120"/>
          </a:defRPr>
        </a:defPPr>
      </a:lstStyle>
    </a:lnDef>
  </a:objectDefaults>
  <a:extraClrSchemeLst>
    <a:extraClrScheme>
      <a:clrScheme name="7_ch01 網際網路基礎 1">
        <a:dk1>
          <a:srgbClr val="000000"/>
        </a:dk1>
        <a:lt1>
          <a:srgbClr val="FFFFFF"/>
        </a:lt1>
        <a:dk2>
          <a:srgbClr val="0066CC"/>
        </a:dk2>
        <a:lt2>
          <a:srgbClr val="CBCBCB"/>
        </a:lt2>
        <a:accent1>
          <a:srgbClr val="009999"/>
        </a:accent1>
        <a:accent2>
          <a:srgbClr val="FF9933"/>
        </a:accent2>
        <a:accent3>
          <a:srgbClr val="AAB8E2"/>
        </a:accent3>
        <a:accent4>
          <a:srgbClr val="DADADA"/>
        </a:accent4>
        <a:accent5>
          <a:srgbClr val="AACACA"/>
        </a:accent5>
        <a:accent6>
          <a:srgbClr val="E78A2D"/>
        </a:accent6>
        <a:hlink>
          <a:srgbClr val="330099"/>
        </a:hlink>
        <a:folHlink>
          <a:srgbClr val="CBCBCB"/>
        </a:folHlink>
      </a:clrScheme>
      <a:clrMap bg1="dk2" tx1="lt1" bg2="dk1" tx2="lt2" accent1="accent1" accent2="accent2" accent3="accent3" accent4="accent4" accent5="accent5" accent6="accent6" hlink="hlink" folHlink="folHlink"/>
    </a:extraClrScheme>
    <a:extraClrScheme>
      <a:clrScheme name="7_ch01 網際網路基礎 2">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7_ch01 網際網路基礎 3">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8_ch01 網際網路基礎">
  <a:themeElements>
    <a:clrScheme name="">
      <a:dk1>
        <a:srgbClr val="000000"/>
      </a:dk1>
      <a:lt1>
        <a:srgbClr val="FFFFFF"/>
      </a:lt1>
      <a:dk2>
        <a:srgbClr val="CCFFFF"/>
      </a:dk2>
      <a:lt2>
        <a:srgbClr val="CBCBCB"/>
      </a:lt2>
      <a:accent1>
        <a:srgbClr val="009999"/>
      </a:accent1>
      <a:accent2>
        <a:srgbClr val="FF9933"/>
      </a:accent2>
      <a:accent3>
        <a:srgbClr val="E2FFFF"/>
      </a:accent3>
      <a:accent4>
        <a:srgbClr val="DADADA"/>
      </a:accent4>
      <a:accent5>
        <a:srgbClr val="AACACA"/>
      </a:accent5>
      <a:accent6>
        <a:srgbClr val="E78A2D"/>
      </a:accent6>
      <a:hlink>
        <a:srgbClr val="330099"/>
      </a:hlink>
      <a:folHlink>
        <a:srgbClr val="CBCBCB"/>
      </a:folHlink>
    </a:clrScheme>
    <a:fontScheme name="8_ch01 網際網路基礎">
      <a:majorFont>
        <a:latin typeface="Times New Roman"/>
        <a:ea typeface="華康特粗明體"/>
        <a:cs typeface=""/>
      </a:majorFont>
      <a:minorFont>
        <a:latin typeface="Times New Roman"/>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zh-TW" altLang="zh-TW" sz="2400" b="0" i="0" u="none" strike="noStrike" cap="none" normalizeH="0" baseline="0" smtClean="0">
            <a:ln>
              <a:noFill/>
            </a:ln>
            <a:solidFill>
              <a:schemeClr val="tx1"/>
            </a:solidFill>
            <a:effectLst/>
            <a:latin typeface="Times New Roman" pitchFamily="18" charset="0"/>
            <a:ea typeface="新細明體" pitchFamily="18" charset="-12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zh-TW" altLang="zh-TW" sz="2400" b="0" i="0" u="none" strike="noStrike" cap="none" normalizeH="0" baseline="0" smtClean="0">
            <a:ln>
              <a:noFill/>
            </a:ln>
            <a:solidFill>
              <a:schemeClr val="tx1"/>
            </a:solidFill>
            <a:effectLst/>
            <a:latin typeface="Times New Roman" pitchFamily="18" charset="0"/>
            <a:ea typeface="新細明體" pitchFamily="18" charset="-120"/>
          </a:defRPr>
        </a:defPPr>
      </a:lstStyle>
    </a:lnDef>
  </a:objectDefaults>
  <a:extraClrSchemeLst>
    <a:extraClrScheme>
      <a:clrScheme name="8_ch01 網際網路基礎 1">
        <a:dk1>
          <a:srgbClr val="000000"/>
        </a:dk1>
        <a:lt1>
          <a:srgbClr val="FFFFFF"/>
        </a:lt1>
        <a:dk2>
          <a:srgbClr val="0066CC"/>
        </a:dk2>
        <a:lt2>
          <a:srgbClr val="CBCBCB"/>
        </a:lt2>
        <a:accent1>
          <a:srgbClr val="009999"/>
        </a:accent1>
        <a:accent2>
          <a:srgbClr val="FF9933"/>
        </a:accent2>
        <a:accent3>
          <a:srgbClr val="AAB8E2"/>
        </a:accent3>
        <a:accent4>
          <a:srgbClr val="DADADA"/>
        </a:accent4>
        <a:accent5>
          <a:srgbClr val="AACACA"/>
        </a:accent5>
        <a:accent6>
          <a:srgbClr val="E78A2D"/>
        </a:accent6>
        <a:hlink>
          <a:srgbClr val="330099"/>
        </a:hlink>
        <a:folHlink>
          <a:srgbClr val="CBCBCB"/>
        </a:folHlink>
      </a:clrScheme>
      <a:clrMap bg1="dk2" tx1="lt1" bg2="dk1" tx2="lt2" accent1="accent1" accent2="accent2" accent3="accent3" accent4="accent4" accent5="accent5" accent6="accent6" hlink="hlink" folHlink="folHlink"/>
    </a:extraClrScheme>
    <a:extraClrScheme>
      <a:clrScheme name="8_ch01 網際網路基礎 2">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8_ch01 網際網路基礎 3">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Trek</Template>
  <TotalTime>1422</TotalTime>
  <Words>837</Words>
  <Application>Microsoft Office PowerPoint</Application>
  <PresentationFormat>如螢幕大小 (4:3)</PresentationFormat>
  <Paragraphs>73</Paragraphs>
  <Slides>40</Slides>
  <Notes>0</Notes>
  <HiddenSlides>0</HiddenSlides>
  <MMClips>0</MMClips>
  <ScaleCrop>false</ScaleCrop>
  <HeadingPairs>
    <vt:vector size="4" baseType="variant">
      <vt:variant>
        <vt:lpstr>佈景主題</vt:lpstr>
      </vt:variant>
      <vt:variant>
        <vt:i4>5</vt:i4>
      </vt:variant>
      <vt:variant>
        <vt:lpstr>投影片標題</vt:lpstr>
      </vt:variant>
      <vt:variant>
        <vt:i4>40</vt:i4>
      </vt:variant>
    </vt:vector>
  </HeadingPairs>
  <TitlesOfParts>
    <vt:vector size="45" baseType="lpstr">
      <vt:lpstr>ch01</vt:lpstr>
      <vt:lpstr>5_ch01 網際網路基礎</vt:lpstr>
      <vt:lpstr>6_ch01 網際網路基礎</vt:lpstr>
      <vt:lpstr>7_ch01 網際網路基礎</vt:lpstr>
      <vt:lpstr>8_ch01 網際網路基礎</vt:lpstr>
      <vt:lpstr>第七章 結構化分析與設計—資料塑模</vt:lpstr>
      <vt:lpstr>內容大綱</vt:lpstr>
      <vt:lpstr>學習目標</vt:lpstr>
      <vt:lpstr>表7-1 實體關係圖之元件符號</vt:lpstr>
      <vt:lpstr>圖7-1 ERD範例</vt:lpstr>
      <vt:lpstr>圖7-2 實體類型與其屬性</vt:lpstr>
      <vt:lpstr>圖7-3 實體類型與多值屬性範例</vt:lpstr>
      <vt:lpstr>圖7-4 實體類型與弱實體類型範例</vt:lpstr>
      <vt:lpstr>7.2 資料塑模工具(c.16)</vt:lpstr>
      <vt:lpstr>7.2 資料塑模工具(c.17)</vt:lpstr>
      <vt:lpstr>7.2 資料塑模工具(c.18)</vt:lpstr>
      <vt:lpstr>7.2 資料塑模工具(c.19)</vt:lpstr>
      <vt:lpstr>7.2 資料塑模工具(c.20)</vt:lpstr>
      <vt:lpstr>7.2 資料塑模工具(c.21)</vt:lpstr>
      <vt:lpstr>7.2 資料塑模工具(c.24)</vt:lpstr>
      <vt:lpstr>7.2 資料塑模工具(c.25)</vt:lpstr>
      <vt:lpstr>7.2 資料塑模工具(c.27)</vt:lpstr>
      <vt:lpstr>表7-3 請購單</vt:lpstr>
      <vt:lpstr>表7-4 訂購單</vt:lpstr>
      <vt:lpstr>表7-5 實體屬性範例</vt:lpstr>
      <vt:lpstr>表7-6 實體關係矩陣</vt:lpstr>
      <vt:lpstr>圖7-11 ERD範例</vt:lpstr>
      <vt:lpstr>7.4 實體關係圖轉關聯表(c.11)</vt:lpstr>
      <vt:lpstr>表7-7 課程收費關聯表</vt:lpstr>
      <vt:lpstr>7.5 正規化(c.5)</vt:lpstr>
      <vt:lpstr>7.5 正規化(c.8)</vt:lpstr>
      <vt:lpstr>圖7-14 正規化的步驟</vt:lpstr>
      <vt:lpstr>表7-10 未正規化的關聯表：成績單</vt:lpstr>
      <vt:lpstr>表7-11 第一正規化形式：成績單關聯表</vt:lpstr>
      <vt:lpstr>圖7-15 成績關聯表中之部分功能相依</vt:lpstr>
      <vt:lpstr>表7-12a 學生關聯表(3NF)</vt:lpstr>
      <vt:lpstr>表7-12b 課程—老師關聯表(2NF)</vt:lpstr>
      <vt:lpstr>表7-12c 選課關聯表(3NF)</vt:lpstr>
      <vt:lpstr>圖7-16 課程—老師關聯表之遞移相依</vt:lpstr>
      <vt:lpstr>表17-13a 課程關聯表(3NF)</vt:lpstr>
      <vt:lpstr>表7-13b 老師關聯表(3NF)</vt:lpstr>
      <vt:lpstr>表7-14a 學生關聯表(3NF)</vt:lpstr>
      <vt:lpstr>表7-14b 選課關聯表(3NF)</vt:lpstr>
      <vt:lpstr>表7-14c 課程關聯表(3NF)</vt:lpstr>
      <vt:lpstr>表7-14d 老師關聯表( 3NF)</vt:lpstr>
    </vt:vector>
  </TitlesOfParts>
  <Company>nsysu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第六章 資料塑模</dc:title>
  <dc:creator>handsome</dc:creator>
  <cp:lastModifiedBy>user</cp:lastModifiedBy>
  <cp:revision>259</cp:revision>
  <dcterms:created xsi:type="dcterms:W3CDTF">1999-12-22T16:57:01Z</dcterms:created>
  <dcterms:modified xsi:type="dcterms:W3CDTF">2020-04-20T02:49:22Z</dcterms:modified>
</cp:coreProperties>
</file>