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8" r:id="rId1"/>
    <p:sldMasterId id="2147483779" r:id="rId2"/>
    <p:sldMasterId id="2147483781" r:id="rId3"/>
    <p:sldMasterId id="2147483782" r:id="rId4"/>
  </p:sldMasterIdLst>
  <p:notesMasterIdLst>
    <p:notesMasterId r:id="rId48"/>
  </p:notesMasterIdLst>
  <p:sldIdLst>
    <p:sldId id="256" r:id="rId5"/>
    <p:sldId id="257" r:id="rId6"/>
    <p:sldId id="258" r:id="rId7"/>
    <p:sldId id="262" r:id="rId8"/>
    <p:sldId id="282" r:id="rId9"/>
    <p:sldId id="263" r:id="rId10"/>
    <p:sldId id="265" r:id="rId11"/>
    <p:sldId id="267" r:id="rId12"/>
    <p:sldId id="269" r:id="rId13"/>
    <p:sldId id="271" r:id="rId14"/>
    <p:sldId id="274" r:id="rId15"/>
    <p:sldId id="276" r:id="rId16"/>
    <p:sldId id="286" r:id="rId17"/>
    <p:sldId id="288" r:id="rId18"/>
    <p:sldId id="290" r:id="rId19"/>
    <p:sldId id="293" r:id="rId20"/>
    <p:sldId id="305" r:id="rId21"/>
    <p:sldId id="295" r:id="rId22"/>
    <p:sldId id="301" r:id="rId23"/>
    <p:sldId id="374" r:id="rId24"/>
    <p:sldId id="332" r:id="rId25"/>
    <p:sldId id="336" r:id="rId26"/>
    <p:sldId id="337" r:id="rId27"/>
    <p:sldId id="340" r:id="rId28"/>
    <p:sldId id="379" r:id="rId29"/>
    <p:sldId id="380" r:id="rId30"/>
    <p:sldId id="381" r:id="rId31"/>
    <p:sldId id="382" r:id="rId32"/>
    <p:sldId id="383" r:id="rId33"/>
    <p:sldId id="384" r:id="rId34"/>
    <p:sldId id="386" r:id="rId35"/>
    <p:sldId id="392" r:id="rId36"/>
    <p:sldId id="393" r:id="rId37"/>
    <p:sldId id="395" r:id="rId38"/>
    <p:sldId id="397" r:id="rId39"/>
    <p:sldId id="400" r:id="rId40"/>
    <p:sldId id="404" r:id="rId41"/>
    <p:sldId id="405" r:id="rId42"/>
    <p:sldId id="407" r:id="rId43"/>
    <p:sldId id="409" r:id="rId44"/>
    <p:sldId id="410" r:id="rId45"/>
    <p:sldId id="411" r:id="rId46"/>
    <p:sldId id="360" r:id="rId47"/>
  </p:sldIdLst>
  <p:sldSz cx="9144000" cy="6858000" type="screen4x3"/>
  <p:notesSz cx="6858000" cy="9144000"/>
  <p:defaultTextStyle>
    <a:defPPr>
      <a:defRPr lang="zh-TW"/>
    </a:defPPr>
    <a:lvl1pPr algn="l" rtl="0" eaLnBrk="0" fontAlgn="base" hangingPunct="0">
      <a:spcBef>
        <a:spcPct val="0"/>
      </a:spcBef>
      <a:spcAft>
        <a:spcPct val="0"/>
      </a:spcAft>
      <a:defRPr kumimoji="1" sz="2400" kern="1200">
        <a:solidFill>
          <a:schemeClr val="tx1"/>
        </a:solidFill>
        <a:latin typeface="Times New Roman" pitchFamily="18" charset="0"/>
        <a:ea typeface="新細明體" pitchFamily="18" charset="-120"/>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新細明體" pitchFamily="18" charset="-120"/>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新細明體" pitchFamily="18" charset="-120"/>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新細明體" pitchFamily="18" charset="-120"/>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新細明體" pitchFamily="18" charset="-120"/>
        <a:cs typeface="+mn-cs"/>
      </a:defRPr>
    </a:lvl5pPr>
    <a:lvl6pPr marL="2286000" algn="l" defTabSz="914400" rtl="0" eaLnBrk="1" latinLnBrk="0" hangingPunct="1">
      <a:defRPr kumimoji="1" sz="2400" kern="1200">
        <a:solidFill>
          <a:schemeClr val="tx1"/>
        </a:solidFill>
        <a:latin typeface="Times New Roman" pitchFamily="18" charset="0"/>
        <a:ea typeface="新細明體" pitchFamily="18" charset="-120"/>
        <a:cs typeface="+mn-cs"/>
      </a:defRPr>
    </a:lvl6pPr>
    <a:lvl7pPr marL="2743200" algn="l" defTabSz="914400" rtl="0" eaLnBrk="1" latinLnBrk="0" hangingPunct="1">
      <a:defRPr kumimoji="1" sz="2400" kern="1200">
        <a:solidFill>
          <a:schemeClr val="tx1"/>
        </a:solidFill>
        <a:latin typeface="Times New Roman" pitchFamily="18" charset="0"/>
        <a:ea typeface="新細明體" pitchFamily="18" charset="-120"/>
        <a:cs typeface="+mn-cs"/>
      </a:defRPr>
    </a:lvl7pPr>
    <a:lvl8pPr marL="3200400" algn="l" defTabSz="914400" rtl="0" eaLnBrk="1" latinLnBrk="0" hangingPunct="1">
      <a:defRPr kumimoji="1" sz="2400" kern="1200">
        <a:solidFill>
          <a:schemeClr val="tx1"/>
        </a:solidFill>
        <a:latin typeface="Times New Roman" pitchFamily="18" charset="0"/>
        <a:ea typeface="新細明體" pitchFamily="18" charset="-120"/>
        <a:cs typeface="+mn-cs"/>
      </a:defRPr>
    </a:lvl8pPr>
    <a:lvl9pPr marL="3657600" algn="l" defTabSz="914400" rtl="0" eaLnBrk="1" latinLnBrk="0" hangingPunct="1">
      <a:defRPr kumimoji="1" sz="2400" kern="1200">
        <a:solidFill>
          <a:schemeClr val="tx1"/>
        </a:solidFill>
        <a:latin typeface="Times New Roman" pitchFamily="18" charset="0"/>
        <a:ea typeface="新細明體" pitchFamily="18" charset="-120"/>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中等深淺樣式 1 - 輔色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21E4AEA4-8DFA-4A89-87EB-49C32662AFE0}" styleName="中等深淺樣式 2 - 輔色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6E25E649-3F16-4E02-A733-19D2CDBF48F0}" styleName="中等深淺樣式 3 - 輔色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5099" autoAdjust="0"/>
    <p:restoredTop sz="94991" autoAdjust="0"/>
  </p:normalViewPr>
  <p:slideViewPr>
    <p:cSldViewPr>
      <p:cViewPr>
        <p:scale>
          <a:sx n="100" d="100"/>
          <a:sy n="100" d="100"/>
        </p:scale>
        <p:origin x="-894" y="-2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slideMaster" Target="slideMasters/slideMaster1.xml"/><Relationship Id="rId6"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0.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vl1pPr>
          </a:lstStyle>
          <a:p>
            <a:pPr>
              <a:defRPr/>
            </a:pPr>
            <a:endParaRPr lang="en-US" altLang="zh-TW"/>
          </a:p>
        </p:txBody>
      </p:sp>
      <p:sp>
        <p:nvSpPr>
          <p:cNvPr id="3075"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endParaRPr lang="en-US" altLang="zh-TW"/>
          </a:p>
        </p:txBody>
      </p:sp>
      <p:sp>
        <p:nvSpPr>
          <p:cNvPr id="11366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7"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TW" altLang="en-US" noProof="0" smtClean="0"/>
              <a:t>按一下以編輯母片</a:t>
            </a:r>
          </a:p>
          <a:p>
            <a:pPr lvl="1"/>
            <a:r>
              <a:rPr lang="zh-TW" altLang="en-US" noProof="0" smtClean="0"/>
              <a:t>第二層</a:t>
            </a:r>
          </a:p>
          <a:p>
            <a:pPr lvl="2"/>
            <a:r>
              <a:rPr lang="zh-TW" altLang="en-US" noProof="0" smtClean="0"/>
              <a:t>第三層</a:t>
            </a:r>
          </a:p>
          <a:p>
            <a:pPr lvl="3"/>
            <a:r>
              <a:rPr lang="zh-TW" altLang="en-US" noProof="0" smtClean="0"/>
              <a:t>第四層</a:t>
            </a:r>
          </a:p>
          <a:p>
            <a:pPr lvl="4"/>
            <a:r>
              <a:rPr lang="zh-TW" altLang="en-US" noProof="0" smtClean="0"/>
              <a:t>第五層</a:t>
            </a:r>
          </a:p>
        </p:txBody>
      </p:sp>
      <p:sp>
        <p:nvSpPr>
          <p:cNvPr id="3078"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vl1pPr>
          </a:lstStyle>
          <a:p>
            <a:pPr>
              <a:defRPr/>
            </a:pPr>
            <a:endParaRPr lang="en-US" altLang="zh-TW"/>
          </a:p>
        </p:txBody>
      </p:sp>
      <p:sp>
        <p:nvSpPr>
          <p:cNvPr id="3079"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smtClean="0"/>
            </a:lvl1pPr>
          </a:lstStyle>
          <a:p>
            <a:pPr>
              <a:defRPr/>
            </a:pPr>
            <a:fld id="{5BE5BB91-EB4B-4EDF-97DC-88F5C47F3975}" type="slidenum">
              <a:rPr lang="en-US" altLang="zh-TW"/>
              <a:pPr>
                <a:defRPr/>
              </a:pPr>
              <a:t>‹#›</a:t>
            </a:fld>
            <a:endParaRPr lang="en-US" altLang="zh-TW"/>
          </a:p>
        </p:txBody>
      </p:sp>
    </p:spTree>
    <p:extLst>
      <p:ext uri="{BB962C8B-B14F-4D97-AF65-F5344CB8AC3E}">
        <p14:creationId xmlns:p14="http://schemas.microsoft.com/office/powerpoint/2010/main" val="207713491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新細明體" pitchFamily="18" charset="-120"/>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新細明體" pitchFamily="18" charset="-120"/>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新細明體" pitchFamily="18" charset="-120"/>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新細明體" pitchFamily="18" charset="-120"/>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新細明體" pitchFamily="18" charset="-12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TW" altLang="en-US" smtClean="0"/>
              <a:t>按一下以編輯母片副標題樣式</a:t>
            </a:r>
            <a:endParaRPr lang="zh-TW" altLang="en-US"/>
          </a:p>
        </p:txBody>
      </p:sp>
    </p:spTree>
    <p:extLst>
      <p:ext uri="{BB962C8B-B14F-4D97-AF65-F5344CB8AC3E}">
        <p14:creationId xmlns:p14="http://schemas.microsoft.com/office/powerpoint/2010/main" val="3163507562"/>
      </p:ext>
    </p:extLst>
  </p:cSld>
  <p:clrMapOvr>
    <a:masterClrMapping/>
  </p:clrMapOvr>
  <p:transition spd="med">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896666666"/>
      </p:ext>
    </p:extLst>
  </p:cSld>
  <p:clrMapOvr>
    <a:masterClrMapping/>
  </p:clrMapOvr>
  <p:transition spd="med">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TW" altLang="en-US" smtClean="0"/>
              <a:t>按一下以編輯母片文字樣式</a:t>
            </a:r>
          </a:p>
        </p:txBody>
      </p:sp>
    </p:spTree>
    <p:extLst>
      <p:ext uri="{BB962C8B-B14F-4D97-AF65-F5344CB8AC3E}">
        <p14:creationId xmlns:p14="http://schemas.microsoft.com/office/powerpoint/2010/main" val="2050470400"/>
      </p:ext>
    </p:extLst>
  </p:cSld>
  <p:clrMapOvr>
    <a:masterClrMapping/>
  </p:clrMapOvr>
  <p:transition spd="med">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719138" y="1438275"/>
            <a:ext cx="3971925" cy="48577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843463" y="1438275"/>
            <a:ext cx="3973512" cy="48577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3331289019"/>
      </p:ext>
    </p:extLst>
  </p:cSld>
  <p:clrMapOvr>
    <a:masterClrMapping/>
  </p:clrMapOvr>
  <p:transition spd="med">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1823665056"/>
      </p:ext>
    </p:extLst>
  </p:cSld>
  <p:clrMapOvr>
    <a:masterClrMapping/>
  </p:clrMapOvr>
  <p:transition spd="med">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Tree>
    <p:extLst>
      <p:ext uri="{BB962C8B-B14F-4D97-AF65-F5344CB8AC3E}">
        <p14:creationId xmlns:p14="http://schemas.microsoft.com/office/powerpoint/2010/main" val="317538423"/>
      </p:ext>
    </p:extLst>
  </p:cSld>
  <p:clrMapOvr>
    <a:masterClrMapping/>
  </p:clrMapOvr>
  <p:transition spd="med">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0890943"/>
      </p:ext>
    </p:extLst>
  </p:cSld>
  <p:clrMapOvr>
    <a:masterClrMapping/>
  </p:clrMapOvr>
  <p:transition spd="med">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Tree>
    <p:extLst>
      <p:ext uri="{BB962C8B-B14F-4D97-AF65-F5344CB8AC3E}">
        <p14:creationId xmlns:p14="http://schemas.microsoft.com/office/powerpoint/2010/main" val="2344840248"/>
      </p:ext>
    </p:extLst>
  </p:cSld>
  <p:clrMapOvr>
    <a:masterClrMapping/>
  </p:clrMapOvr>
  <p:transition spd="med">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TW" altLang="en-US" noProof="0" smtClean="0"/>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Tree>
    <p:extLst>
      <p:ext uri="{BB962C8B-B14F-4D97-AF65-F5344CB8AC3E}">
        <p14:creationId xmlns:p14="http://schemas.microsoft.com/office/powerpoint/2010/main" val="3349584410"/>
      </p:ext>
    </p:extLst>
  </p:cSld>
  <p:clrMapOvr>
    <a:masterClrMapping/>
  </p:clrMapOvr>
  <p:transition spd="med">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2636154213"/>
      </p:ext>
    </p:extLst>
  </p:cSld>
  <p:clrMapOvr>
    <a:masterClrMapping/>
  </p:clrMapOvr>
  <p:transition spd="med">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792913" y="449263"/>
            <a:ext cx="2024062" cy="5846762"/>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719138" y="449263"/>
            <a:ext cx="5921375" cy="5846762"/>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403403149"/>
      </p:ext>
    </p:extLst>
  </p:cSld>
  <p:clrMapOvr>
    <a:masterClrMapping/>
  </p:clrMapOvr>
  <p:transition spd="med">
    <p:rand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TW" altLang="en-US" smtClean="0"/>
              <a:t>按一下以編輯母片副標題樣式</a:t>
            </a:r>
            <a:endParaRPr lang="zh-TW" altLang="en-US"/>
          </a:p>
        </p:txBody>
      </p:sp>
    </p:spTree>
    <p:extLst>
      <p:ext uri="{BB962C8B-B14F-4D97-AF65-F5344CB8AC3E}">
        <p14:creationId xmlns:p14="http://schemas.microsoft.com/office/powerpoint/2010/main" val="1111727838"/>
      </p:ext>
    </p:extLst>
  </p:cSld>
  <p:clrMapOvr>
    <a:masterClrMapping/>
  </p:clrMapOvr>
  <p:transition spd="med">
    <p:rand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3805049982"/>
      </p:ext>
    </p:extLst>
  </p:cSld>
  <p:clrMapOvr>
    <a:masterClrMapping/>
  </p:clrMapOvr>
  <p:transition spd="med">
    <p:random/>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TW" altLang="en-US" smtClean="0"/>
              <a:t>按一下以編輯母片文字樣式</a:t>
            </a:r>
          </a:p>
        </p:txBody>
      </p:sp>
    </p:spTree>
    <p:extLst>
      <p:ext uri="{BB962C8B-B14F-4D97-AF65-F5344CB8AC3E}">
        <p14:creationId xmlns:p14="http://schemas.microsoft.com/office/powerpoint/2010/main" val="2124969320"/>
      </p:ext>
    </p:extLst>
  </p:cSld>
  <p:clrMapOvr>
    <a:masterClrMapping/>
  </p:clrMapOvr>
  <p:transition spd="med">
    <p:random/>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719138" y="1438275"/>
            <a:ext cx="3971925" cy="48577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843463" y="1438275"/>
            <a:ext cx="3973512" cy="48577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2252547513"/>
      </p:ext>
    </p:extLst>
  </p:cSld>
  <p:clrMapOvr>
    <a:masterClrMapping/>
  </p:clrMapOvr>
  <p:transition spd="med">
    <p:random/>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2670600791"/>
      </p:ext>
    </p:extLst>
  </p:cSld>
  <p:clrMapOvr>
    <a:masterClrMapping/>
  </p:clrMapOvr>
  <p:transition spd="med">
    <p:random/>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Tree>
    <p:extLst>
      <p:ext uri="{BB962C8B-B14F-4D97-AF65-F5344CB8AC3E}">
        <p14:creationId xmlns:p14="http://schemas.microsoft.com/office/powerpoint/2010/main" val="1234852913"/>
      </p:ext>
    </p:extLst>
  </p:cSld>
  <p:clrMapOvr>
    <a:masterClrMapping/>
  </p:clrMapOvr>
  <p:transition spd="med">
    <p:random/>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970127280"/>
      </p:ext>
    </p:extLst>
  </p:cSld>
  <p:clrMapOvr>
    <a:masterClrMapping/>
  </p:clrMapOvr>
  <p:transition spd="med">
    <p:random/>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Tree>
    <p:extLst>
      <p:ext uri="{BB962C8B-B14F-4D97-AF65-F5344CB8AC3E}">
        <p14:creationId xmlns:p14="http://schemas.microsoft.com/office/powerpoint/2010/main" val="4171545824"/>
      </p:ext>
    </p:extLst>
  </p:cSld>
  <p:clrMapOvr>
    <a:masterClrMapping/>
  </p:clrMapOvr>
  <p:transition spd="med">
    <p:random/>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TW" altLang="en-US" noProof="0" smtClean="0"/>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Tree>
    <p:extLst>
      <p:ext uri="{BB962C8B-B14F-4D97-AF65-F5344CB8AC3E}">
        <p14:creationId xmlns:p14="http://schemas.microsoft.com/office/powerpoint/2010/main" val="1727513963"/>
      </p:ext>
    </p:extLst>
  </p:cSld>
  <p:clrMapOvr>
    <a:masterClrMapping/>
  </p:clrMapOvr>
  <p:transition spd="med">
    <p:random/>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899635931"/>
      </p:ext>
    </p:extLst>
  </p:cSld>
  <p:clrMapOvr>
    <a:masterClrMapping/>
  </p:clrMapOvr>
  <p:transition spd="med">
    <p:random/>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792913" y="449263"/>
            <a:ext cx="2024062" cy="5846762"/>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719138" y="449263"/>
            <a:ext cx="5921375" cy="5846762"/>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616117376"/>
      </p:ext>
    </p:extLst>
  </p:cSld>
  <p:clrMapOvr>
    <a:masterClrMapping/>
  </p:clrMapOvr>
  <p:transition spd="med">
    <p:random/>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TW" altLang="en-US" smtClean="0"/>
              <a:t>按一下以編輯母片副標題樣式</a:t>
            </a:r>
            <a:endParaRPr lang="zh-TW" altLang="en-US"/>
          </a:p>
        </p:txBody>
      </p:sp>
    </p:spTree>
    <p:extLst>
      <p:ext uri="{BB962C8B-B14F-4D97-AF65-F5344CB8AC3E}">
        <p14:creationId xmlns:p14="http://schemas.microsoft.com/office/powerpoint/2010/main" val="1410291713"/>
      </p:ext>
    </p:extLst>
  </p:cSld>
  <p:clrMapOvr>
    <a:masterClrMapping/>
  </p:clrMapOvr>
  <p:transition spd="med">
    <p:random/>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3336240053"/>
      </p:ext>
    </p:extLst>
  </p:cSld>
  <p:clrMapOvr>
    <a:masterClrMapping/>
  </p:clrMapOvr>
  <p:transition spd="med">
    <p:random/>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TW" altLang="en-US" smtClean="0"/>
              <a:t>按一下以編輯母片文字樣式</a:t>
            </a:r>
          </a:p>
        </p:txBody>
      </p:sp>
    </p:spTree>
    <p:extLst>
      <p:ext uri="{BB962C8B-B14F-4D97-AF65-F5344CB8AC3E}">
        <p14:creationId xmlns:p14="http://schemas.microsoft.com/office/powerpoint/2010/main" val="788918342"/>
      </p:ext>
    </p:extLst>
  </p:cSld>
  <p:clrMapOvr>
    <a:masterClrMapping/>
  </p:clrMapOvr>
  <p:transition spd="med">
    <p:random/>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719138" y="1438275"/>
            <a:ext cx="3971925" cy="48577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843463" y="1438275"/>
            <a:ext cx="3973512" cy="48577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1812900757"/>
      </p:ext>
    </p:extLst>
  </p:cSld>
  <p:clrMapOvr>
    <a:masterClrMapping/>
  </p:clrMapOvr>
  <p:transition spd="med">
    <p:random/>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3353120644"/>
      </p:ext>
    </p:extLst>
  </p:cSld>
  <p:clrMapOvr>
    <a:masterClrMapping/>
  </p:clrMapOvr>
  <p:transition spd="med">
    <p:random/>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Tree>
    <p:extLst>
      <p:ext uri="{BB962C8B-B14F-4D97-AF65-F5344CB8AC3E}">
        <p14:creationId xmlns:p14="http://schemas.microsoft.com/office/powerpoint/2010/main" val="38986405"/>
      </p:ext>
    </p:extLst>
  </p:cSld>
  <p:clrMapOvr>
    <a:masterClrMapping/>
  </p:clrMapOvr>
  <p:transition spd="med">
    <p:random/>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4042501963"/>
      </p:ext>
    </p:extLst>
  </p:cSld>
  <p:clrMapOvr>
    <a:masterClrMapping/>
  </p:clrMapOvr>
  <p:transition spd="med">
    <p:random/>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Tree>
    <p:extLst>
      <p:ext uri="{BB962C8B-B14F-4D97-AF65-F5344CB8AC3E}">
        <p14:creationId xmlns:p14="http://schemas.microsoft.com/office/powerpoint/2010/main" val="2358116897"/>
      </p:ext>
    </p:extLst>
  </p:cSld>
  <p:clrMapOvr>
    <a:masterClrMapping/>
  </p:clrMapOvr>
  <p:transition spd="med">
    <p:random/>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TW" altLang="en-US" noProof="0" smtClean="0"/>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Tree>
    <p:extLst>
      <p:ext uri="{BB962C8B-B14F-4D97-AF65-F5344CB8AC3E}">
        <p14:creationId xmlns:p14="http://schemas.microsoft.com/office/powerpoint/2010/main" val="2032407305"/>
      </p:ext>
    </p:extLst>
  </p:cSld>
  <p:clrMapOvr>
    <a:masterClrMapping/>
  </p:clrMapOvr>
  <p:transition spd="med">
    <p:random/>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4016132787"/>
      </p:ext>
    </p:extLst>
  </p:cSld>
  <p:clrMapOvr>
    <a:masterClrMapping/>
  </p:clrMapOvr>
  <p:transition spd="med">
    <p:random/>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792913" y="449263"/>
            <a:ext cx="2024062" cy="5846762"/>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719138" y="449263"/>
            <a:ext cx="5921375" cy="5846762"/>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3273990868"/>
      </p:ext>
    </p:extLst>
  </p:cSld>
  <p:clrMapOvr>
    <a:masterClrMapping/>
  </p:clrMapOvr>
  <p:transition spd="med">
    <p:random/>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pic>
        <p:nvPicPr>
          <p:cNvPr id="3" name="Picture 3" descr="資訊科技_bg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8575" y="3875088"/>
            <a:ext cx="6651625" cy="10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 Box 5"/>
          <p:cNvSpPr txBox="1">
            <a:spLocks noChangeArrowheads="1"/>
          </p:cNvSpPr>
          <p:nvPr userDrawn="1"/>
        </p:nvSpPr>
        <p:spPr bwMode="auto">
          <a:xfrm>
            <a:off x="250825" y="0"/>
            <a:ext cx="4468813"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rIns="0" anchor="ctr"/>
          <a:lstStyle>
            <a:lvl1pPr>
              <a:defRPr kumimoji="1" sz="2400">
                <a:solidFill>
                  <a:schemeClr val="tx1"/>
                </a:solidFill>
                <a:latin typeface="Times New Roman" pitchFamily="18" charset="0"/>
                <a:ea typeface="新細明體" pitchFamily="18" charset="-120"/>
              </a:defRPr>
            </a:lvl1pPr>
            <a:lvl2pPr marL="742950" indent="-285750">
              <a:defRPr kumimoji="1" sz="2400">
                <a:solidFill>
                  <a:schemeClr val="tx1"/>
                </a:solidFill>
                <a:latin typeface="Times New Roman" pitchFamily="18" charset="0"/>
                <a:ea typeface="新細明體" pitchFamily="18" charset="-120"/>
              </a:defRPr>
            </a:lvl2pPr>
            <a:lvl3pPr marL="1143000" indent="-228600">
              <a:defRPr kumimoji="1" sz="2400">
                <a:solidFill>
                  <a:schemeClr val="tx1"/>
                </a:solidFill>
                <a:latin typeface="Times New Roman" pitchFamily="18" charset="0"/>
                <a:ea typeface="新細明體" pitchFamily="18" charset="-120"/>
              </a:defRPr>
            </a:lvl3pPr>
            <a:lvl4pPr marL="1600200" indent="-228600">
              <a:defRPr kumimoji="1" sz="2400">
                <a:solidFill>
                  <a:schemeClr val="tx1"/>
                </a:solidFill>
                <a:latin typeface="Times New Roman" pitchFamily="18" charset="0"/>
                <a:ea typeface="新細明體" pitchFamily="18" charset="-120"/>
              </a:defRPr>
            </a:lvl4pPr>
            <a:lvl5pPr marL="2057400" indent="-228600">
              <a:defRPr kumimoji="1"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imes New Roman" pitchFamily="18" charset="0"/>
                <a:ea typeface="新細明體" pitchFamily="18" charset="-120"/>
              </a:defRPr>
            </a:lvl9pPr>
          </a:lstStyle>
          <a:p>
            <a:r>
              <a:rPr lang="zh-TW" altLang="en-US" sz="1600">
                <a:latin typeface="Arial" charset="0"/>
              </a:rPr>
              <a:t>系統分析與設計</a:t>
            </a:r>
            <a:r>
              <a:rPr lang="zh-TW" altLang="en-US" sz="1200">
                <a:latin typeface="Arial" charset="0"/>
              </a:rPr>
              <a:t>理論與實務應用(七版)   吳仁和、林信惠 著</a:t>
            </a:r>
          </a:p>
        </p:txBody>
      </p:sp>
      <p:sp>
        <p:nvSpPr>
          <p:cNvPr id="5" name="Text Box 4"/>
          <p:cNvSpPr txBox="1">
            <a:spLocks noChangeArrowheads="1"/>
          </p:cNvSpPr>
          <p:nvPr userDrawn="1"/>
        </p:nvSpPr>
        <p:spPr bwMode="auto">
          <a:xfrm>
            <a:off x="6011863" y="0"/>
            <a:ext cx="2879725"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lgn="ctr">
                <a:solidFill>
                  <a:srgbClr val="000000"/>
                </a:solidFill>
                <a:miter lim="800000"/>
                <a:headEnd/>
                <a:tailEnd/>
              </a14:hiddenLine>
            </a:ext>
          </a:extLst>
        </p:spPr>
        <p:txBody>
          <a:bodyPr anchor="ctr"/>
          <a:lstStyle>
            <a:lvl1pPr>
              <a:defRPr kumimoji="1" sz="2400">
                <a:solidFill>
                  <a:schemeClr val="tx1"/>
                </a:solidFill>
                <a:latin typeface="Times New Roman" pitchFamily="18" charset="0"/>
                <a:ea typeface="新細明體" pitchFamily="18" charset="-120"/>
              </a:defRPr>
            </a:lvl1pPr>
            <a:lvl2pPr marL="742950" indent="-285750">
              <a:defRPr kumimoji="1" sz="2400">
                <a:solidFill>
                  <a:schemeClr val="tx1"/>
                </a:solidFill>
                <a:latin typeface="Times New Roman" pitchFamily="18" charset="0"/>
                <a:ea typeface="新細明體" pitchFamily="18" charset="-120"/>
              </a:defRPr>
            </a:lvl2pPr>
            <a:lvl3pPr marL="1143000" indent="-228600">
              <a:defRPr kumimoji="1" sz="2400">
                <a:solidFill>
                  <a:schemeClr val="tx1"/>
                </a:solidFill>
                <a:latin typeface="Times New Roman" pitchFamily="18" charset="0"/>
                <a:ea typeface="新細明體" pitchFamily="18" charset="-120"/>
              </a:defRPr>
            </a:lvl3pPr>
            <a:lvl4pPr marL="1600200" indent="-228600">
              <a:defRPr kumimoji="1" sz="2400">
                <a:solidFill>
                  <a:schemeClr val="tx1"/>
                </a:solidFill>
                <a:latin typeface="Times New Roman" pitchFamily="18" charset="0"/>
                <a:ea typeface="新細明體" pitchFamily="18" charset="-120"/>
              </a:defRPr>
            </a:lvl4pPr>
            <a:lvl5pPr marL="2057400" indent="-228600">
              <a:defRPr kumimoji="1"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imes New Roman" pitchFamily="18" charset="0"/>
                <a:ea typeface="新細明體" pitchFamily="18" charset="-120"/>
              </a:defRPr>
            </a:lvl9pPr>
          </a:lstStyle>
          <a:p>
            <a:pPr algn="r"/>
            <a:r>
              <a:rPr lang="en-US" altLang="zh-TW" sz="1400">
                <a:ea typeface="華康特粗明體" pitchFamily="49" charset="-120"/>
              </a:rPr>
              <a:t>ISBN 9789575113094</a:t>
            </a:r>
          </a:p>
        </p:txBody>
      </p:sp>
      <p:sp>
        <p:nvSpPr>
          <p:cNvPr id="162818" name="Rectangle 2"/>
          <p:cNvSpPr>
            <a:spLocks noGrp="1" noChangeArrowheads="1"/>
          </p:cNvSpPr>
          <p:nvPr>
            <p:ph type="ctrTitle" sz="quarter"/>
          </p:nvPr>
        </p:nvSpPr>
        <p:spPr>
          <a:xfrm>
            <a:off x="250825" y="2974975"/>
            <a:ext cx="8637588" cy="900113"/>
          </a:xfrm>
          <a:extLst>
            <a:ext uri="{91240B29-F687-4F45-9708-019B960494DF}">
              <a14:hiddenLine xmlns:a14="http://schemas.microsoft.com/office/drawing/2010/main" w="9525">
                <a:solidFill>
                  <a:schemeClr val="tx1"/>
                </a:solidFill>
                <a:miter lim="800000"/>
                <a:headEnd/>
                <a:tailEnd/>
              </a14:hiddenLine>
            </a:ext>
          </a:extLst>
        </p:spPr>
        <p:txBody>
          <a:bodyPr/>
          <a:lstStyle>
            <a:lvl1pPr>
              <a:defRPr/>
            </a:lvl1pPr>
          </a:lstStyle>
          <a:p>
            <a:pPr lvl="0"/>
            <a:r>
              <a:rPr lang="zh-TW" altLang="en-US" noProof="0" smtClean="0"/>
              <a:t>按一下以編輯母片標題樣式</a:t>
            </a:r>
          </a:p>
        </p:txBody>
      </p:sp>
    </p:spTree>
    <p:extLst>
      <p:ext uri="{BB962C8B-B14F-4D97-AF65-F5344CB8AC3E}">
        <p14:creationId xmlns:p14="http://schemas.microsoft.com/office/powerpoint/2010/main" val="945900850"/>
      </p:ext>
    </p:extLst>
  </p:cSld>
  <p:clrMapOvr>
    <a:masterClrMapping/>
  </p:clrMapOvr>
  <p:transition spd="med">
    <p:random/>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2244724479"/>
      </p:ext>
    </p:extLst>
  </p:cSld>
  <p:clrMapOvr>
    <a:masterClrMapping/>
  </p:clrMapOvr>
  <p:transition spd="med">
    <p:random/>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TW" altLang="en-US" smtClean="0"/>
              <a:t>按一下以編輯母片文字樣式</a:t>
            </a:r>
          </a:p>
        </p:txBody>
      </p:sp>
    </p:spTree>
    <p:extLst>
      <p:ext uri="{BB962C8B-B14F-4D97-AF65-F5344CB8AC3E}">
        <p14:creationId xmlns:p14="http://schemas.microsoft.com/office/powerpoint/2010/main" val="3824849940"/>
      </p:ext>
    </p:extLst>
  </p:cSld>
  <p:clrMapOvr>
    <a:masterClrMapping/>
  </p:clrMapOvr>
  <p:transition spd="med">
    <p:random/>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719138" y="1438275"/>
            <a:ext cx="3971925" cy="48577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843463" y="1438275"/>
            <a:ext cx="3973512" cy="48577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2109926704"/>
      </p:ext>
    </p:extLst>
  </p:cSld>
  <p:clrMapOvr>
    <a:masterClrMapping/>
  </p:clrMapOvr>
  <p:transition spd="med">
    <p:random/>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2958470131"/>
      </p:ext>
    </p:extLst>
  </p:cSld>
  <p:clrMapOvr>
    <a:masterClrMapping/>
  </p:clrMapOvr>
  <p:transition spd="med">
    <p:random/>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Tree>
    <p:extLst>
      <p:ext uri="{BB962C8B-B14F-4D97-AF65-F5344CB8AC3E}">
        <p14:creationId xmlns:p14="http://schemas.microsoft.com/office/powerpoint/2010/main" val="1808089217"/>
      </p:ext>
    </p:extLst>
  </p:cSld>
  <p:clrMapOvr>
    <a:masterClrMapping/>
  </p:clrMapOvr>
  <p:transition spd="med">
    <p:random/>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186016977"/>
      </p:ext>
    </p:extLst>
  </p:cSld>
  <p:clrMapOvr>
    <a:masterClrMapping/>
  </p:clrMapOvr>
  <p:transition spd="med">
    <p:random/>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Tree>
    <p:extLst>
      <p:ext uri="{BB962C8B-B14F-4D97-AF65-F5344CB8AC3E}">
        <p14:creationId xmlns:p14="http://schemas.microsoft.com/office/powerpoint/2010/main" val="621175553"/>
      </p:ext>
    </p:extLst>
  </p:cSld>
  <p:clrMapOvr>
    <a:masterClrMapping/>
  </p:clrMapOvr>
  <p:transition spd="med">
    <p:random/>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TW" altLang="en-US" noProof="0" smtClean="0"/>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Tree>
    <p:extLst>
      <p:ext uri="{BB962C8B-B14F-4D97-AF65-F5344CB8AC3E}">
        <p14:creationId xmlns:p14="http://schemas.microsoft.com/office/powerpoint/2010/main" val="1455256358"/>
      </p:ext>
    </p:extLst>
  </p:cSld>
  <p:clrMapOvr>
    <a:masterClrMapping/>
  </p:clrMapOvr>
  <p:transition spd="med">
    <p:random/>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3141257009"/>
      </p:ext>
    </p:extLst>
  </p:cSld>
  <p:clrMapOvr>
    <a:masterClrMapping/>
  </p:clrMapOvr>
  <p:transition spd="med">
    <p:random/>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792913" y="449263"/>
            <a:ext cx="2024062" cy="5846762"/>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719138" y="449263"/>
            <a:ext cx="5921375" cy="5846762"/>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2624778468"/>
      </p:ext>
    </p:extLst>
  </p:cSld>
  <p:clrMapOvr>
    <a:masterClrMapping/>
  </p:clrMapOvr>
  <p:transition spd="med">
    <p:random/>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txOverObj" preserve="1">
  <p:cSld name="標題及文字在物件之上">
    <p:spTree>
      <p:nvGrpSpPr>
        <p:cNvPr id="1" name=""/>
        <p:cNvGrpSpPr/>
        <p:nvPr/>
      </p:nvGrpSpPr>
      <p:grpSpPr>
        <a:xfrm>
          <a:off x="0" y="0"/>
          <a:ext cx="0" cy="0"/>
          <a:chOff x="0" y="0"/>
          <a:chExt cx="0" cy="0"/>
        </a:xfrm>
      </p:grpSpPr>
      <p:sp>
        <p:nvSpPr>
          <p:cNvPr id="2" name="標題 1"/>
          <p:cNvSpPr>
            <a:spLocks noGrp="1"/>
          </p:cNvSpPr>
          <p:nvPr>
            <p:ph type="title"/>
          </p:nvPr>
        </p:nvSpPr>
        <p:spPr>
          <a:xfrm>
            <a:off x="1079500" y="449263"/>
            <a:ext cx="7377113" cy="900112"/>
          </a:xfrm>
        </p:spPr>
        <p:txBody>
          <a:bodyPr/>
          <a:lstStyle/>
          <a:p>
            <a:r>
              <a:rPr lang="zh-TW" altLang="en-US" smtClean="0"/>
              <a:t>按一下以編輯母片標題樣式</a:t>
            </a:r>
            <a:endParaRPr lang="zh-TW" altLang="en-US"/>
          </a:p>
        </p:txBody>
      </p:sp>
      <p:sp>
        <p:nvSpPr>
          <p:cNvPr id="3" name="文字版面配置區 2"/>
          <p:cNvSpPr>
            <a:spLocks noGrp="1"/>
          </p:cNvSpPr>
          <p:nvPr>
            <p:ph type="body" sz="half" idx="1"/>
          </p:nvPr>
        </p:nvSpPr>
        <p:spPr>
          <a:xfrm>
            <a:off x="719138" y="1438275"/>
            <a:ext cx="8097837" cy="2352675"/>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719138" y="3943350"/>
            <a:ext cx="8097837" cy="2352675"/>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1775638924"/>
      </p:ext>
    </p:extLst>
  </p:cSld>
  <p:clrMapOvr>
    <a:masterClrMapping/>
  </p:clrMapOvr>
  <p:transition spd="med">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1.pn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image" Target="../media/image2.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theme" Target="../theme/theme4.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slideLayout" Target="../slideLayouts/slideLayout45.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5" Type="http://schemas.openxmlformats.org/officeDocument/2006/relationships/image" Target="../media/image2.png"/><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3"/>
          <a:srcRect/>
          <a:stretch>
            <a:fillRect/>
          </a:stretch>
        </a:blipFill>
        <a:effectLst/>
      </p:bgPr>
    </p:bg>
    <p:spTree>
      <p:nvGrpSpPr>
        <p:cNvPr id="1" name=""/>
        <p:cNvGrpSpPr/>
        <p:nvPr/>
      </p:nvGrpSpPr>
      <p:grpSpPr>
        <a:xfrm>
          <a:off x="0" y="0"/>
          <a:ext cx="0" cy="0"/>
          <a:chOff x="0" y="0"/>
          <a:chExt cx="0" cy="0"/>
        </a:xfrm>
      </p:grpSpPr>
      <p:pic>
        <p:nvPicPr>
          <p:cNvPr id="1026" name="Picture 5" descr="資訊科技_bg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298575" y="3875088"/>
            <a:ext cx="6651625" cy="10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Text Box 5"/>
          <p:cNvSpPr txBox="1">
            <a:spLocks noChangeArrowheads="1"/>
          </p:cNvSpPr>
          <p:nvPr/>
        </p:nvSpPr>
        <p:spPr bwMode="auto">
          <a:xfrm>
            <a:off x="250825" y="0"/>
            <a:ext cx="4468813"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rIns="0" anchor="ctr"/>
          <a:lstStyle>
            <a:lvl1pPr>
              <a:defRPr kumimoji="1" sz="2400">
                <a:solidFill>
                  <a:schemeClr val="tx1"/>
                </a:solidFill>
                <a:latin typeface="Times New Roman" pitchFamily="18" charset="0"/>
                <a:ea typeface="新細明體" pitchFamily="18" charset="-120"/>
              </a:defRPr>
            </a:lvl1pPr>
            <a:lvl2pPr marL="742950" indent="-285750">
              <a:defRPr kumimoji="1" sz="2400">
                <a:solidFill>
                  <a:schemeClr val="tx1"/>
                </a:solidFill>
                <a:latin typeface="Times New Roman" pitchFamily="18" charset="0"/>
                <a:ea typeface="新細明體" pitchFamily="18" charset="-120"/>
              </a:defRPr>
            </a:lvl2pPr>
            <a:lvl3pPr marL="1143000" indent="-228600">
              <a:defRPr kumimoji="1" sz="2400">
                <a:solidFill>
                  <a:schemeClr val="tx1"/>
                </a:solidFill>
                <a:latin typeface="Times New Roman" pitchFamily="18" charset="0"/>
                <a:ea typeface="新細明體" pitchFamily="18" charset="-120"/>
              </a:defRPr>
            </a:lvl3pPr>
            <a:lvl4pPr marL="1600200" indent="-228600">
              <a:defRPr kumimoji="1" sz="2400">
                <a:solidFill>
                  <a:schemeClr val="tx1"/>
                </a:solidFill>
                <a:latin typeface="Times New Roman" pitchFamily="18" charset="0"/>
                <a:ea typeface="新細明體" pitchFamily="18" charset="-120"/>
              </a:defRPr>
            </a:lvl4pPr>
            <a:lvl5pPr marL="2057400" indent="-228600">
              <a:defRPr kumimoji="1"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imes New Roman" pitchFamily="18" charset="0"/>
                <a:ea typeface="新細明體" pitchFamily="18" charset="-120"/>
              </a:defRPr>
            </a:lvl9pPr>
          </a:lstStyle>
          <a:p>
            <a:r>
              <a:rPr lang="zh-TW" altLang="en-US" sz="1600">
                <a:latin typeface="Arial" charset="0"/>
              </a:rPr>
              <a:t>系統分析與設計</a:t>
            </a:r>
            <a:r>
              <a:rPr lang="zh-TW" altLang="en-US" sz="1200">
                <a:latin typeface="Arial" charset="0"/>
              </a:rPr>
              <a:t>理論與實務應用(七版)   吳仁和、林信惠 著</a:t>
            </a:r>
          </a:p>
        </p:txBody>
      </p:sp>
      <p:sp>
        <p:nvSpPr>
          <p:cNvPr id="1028" name="Rectangle 2"/>
          <p:cNvSpPr>
            <a:spLocks noGrp="1" noChangeArrowheads="1"/>
          </p:cNvSpPr>
          <p:nvPr>
            <p:ph type="title"/>
          </p:nvPr>
        </p:nvSpPr>
        <p:spPr bwMode="auto">
          <a:xfrm>
            <a:off x="1079500" y="449263"/>
            <a:ext cx="7377113" cy="9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zh-TW" altLang="en-US" smtClean="0"/>
              <a:t>按一下以編輯母片標題樣式</a:t>
            </a:r>
          </a:p>
        </p:txBody>
      </p:sp>
      <p:sp>
        <p:nvSpPr>
          <p:cNvPr id="1029" name="Rectangle 3"/>
          <p:cNvSpPr>
            <a:spLocks noGrp="1" noChangeArrowheads="1"/>
          </p:cNvSpPr>
          <p:nvPr>
            <p:ph type="body" idx="1"/>
          </p:nvPr>
        </p:nvSpPr>
        <p:spPr bwMode="auto">
          <a:xfrm>
            <a:off x="719138" y="1438275"/>
            <a:ext cx="8097837" cy="4857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zh-TW" altLang="en-US" smtClean="0"/>
              <a:t>按一下以編輯母片本文樣式</a:t>
            </a:r>
          </a:p>
          <a:p>
            <a:pPr lvl="1"/>
            <a:r>
              <a:rPr lang="zh-TW" altLang="en-US" smtClean="0"/>
              <a:t>第二階層</a:t>
            </a:r>
          </a:p>
          <a:p>
            <a:pPr lvl="2"/>
            <a:r>
              <a:rPr lang="zh-TW" altLang="en-US" smtClean="0"/>
              <a:t>第三階層</a:t>
            </a:r>
          </a:p>
          <a:p>
            <a:pPr lvl="3"/>
            <a:r>
              <a:rPr lang="zh-TW" altLang="en-US" smtClean="0"/>
              <a:t>第四階層</a:t>
            </a:r>
          </a:p>
          <a:p>
            <a:pPr lvl="4"/>
            <a:r>
              <a:rPr lang="zh-TW" altLang="en-US" smtClean="0"/>
              <a:t>第五階層</a:t>
            </a:r>
          </a:p>
        </p:txBody>
      </p:sp>
      <p:sp>
        <p:nvSpPr>
          <p:cNvPr id="1030" name="Text Box 4"/>
          <p:cNvSpPr txBox="1">
            <a:spLocks noChangeArrowheads="1"/>
          </p:cNvSpPr>
          <p:nvPr userDrawn="1"/>
        </p:nvSpPr>
        <p:spPr bwMode="auto">
          <a:xfrm>
            <a:off x="6011863" y="0"/>
            <a:ext cx="2879725"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lgn="ctr">
                <a:solidFill>
                  <a:srgbClr val="000000"/>
                </a:solidFill>
                <a:miter lim="800000"/>
                <a:headEnd/>
                <a:tailEnd/>
              </a14:hiddenLine>
            </a:ext>
          </a:extLst>
        </p:spPr>
        <p:txBody>
          <a:bodyPr anchor="ctr"/>
          <a:lstStyle>
            <a:lvl1pPr>
              <a:defRPr kumimoji="1" sz="2400">
                <a:solidFill>
                  <a:schemeClr val="tx1"/>
                </a:solidFill>
                <a:latin typeface="Times New Roman" pitchFamily="18" charset="0"/>
                <a:ea typeface="新細明體" pitchFamily="18" charset="-120"/>
              </a:defRPr>
            </a:lvl1pPr>
            <a:lvl2pPr marL="742950" indent="-285750">
              <a:defRPr kumimoji="1" sz="2400">
                <a:solidFill>
                  <a:schemeClr val="tx1"/>
                </a:solidFill>
                <a:latin typeface="Times New Roman" pitchFamily="18" charset="0"/>
                <a:ea typeface="新細明體" pitchFamily="18" charset="-120"/>
              </a:defRPr>
            </a:lvl2pPr>
            <a:lvl3pPr marL="1143000" indent="-228600">
              <a:defRPr kumimoji="1" sz="2400">
                <a:solidFill>
                  <a:schemeClr val="tx1"/>
                </a:solidFill>
                <a:latin typeface="Times New Roman" pitchFamily="18" charset="0"/>
                <a:ea typeface="新細明體" pitchFamily="18" charset="-120"/>
              </a:defRPr>
            </a:lvl3pPr>
            <a:lvl4pPr marL="1600200" indent="-228600">
              <a:defRPr kumimoji="1" sz="2400">
                <a:solidFill>
                  <a:schemeClr val="tx1"/>
                </a:solidFill>
                <a:latin typeface="Times New Roman" pitchFamily="18" charset="0"/>
                <a:ea typeface="新細明體" pitchFamily="18" charset="-120"/>
              </a:defRPr>
            </a:lvl4pPr>
            <a:lvl5pPr marL="2057400" indent="-228600">
              <a:defRPr kumimoji="1"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imes New Roman" pitchFamily="18" charset="0"/>
                <a:ea typeface="新細明體" pitchFamily="18" charset="-120"/>
              </a:defRPr>
            </a:lvl9pPr>
          </a:lstStyle>
          <a:p>
            <a:pPr algn="r"/>
            <a:r>
              <a:rPr lang="en-US" altLang="zh-TW" sz="1400">
                <a:ea typeface="華康特粗明體" pitchFamily="49" charset="-120"/>
              </a:rPr>
              <a:t>ISBN 9789575113094</a:t>
            </a:r>
          </a:p>
        </p:txBody>
      </p:sp>
    </p:spTree>
  </p:cSld>
  <p:clrMap bg1="dk2" tx1="lt1" bg2="dk1" tx2="lt2" accent1="accent1" accent2="accent2" accent3="accent3" accent4="accent4" accent5="accent5" accent6="accent6" hlink="hlink" folHlink="folHlink"/>
  <p:sldLayoutIdLst>
    <p:sldLayoutId id="2147483829" r:id="rId1"/>
    <p:sldLayoutId id="2147483830" r:id="rId2"/>
    <p:sldLayoutId id="2147483831" r:id="rId3"/>
    <p:sldLayoutId id="2147483832" r:id="rId4"/>
    <p:sldLayoutId id="2147483833" r:id="rId5"/>
    <p:sldLayoutId id="2147483834" r:id="rId6"/>
    <p:sldLayoutId id="2147483835" r:id="rId7"/>
    <p:sldLayoutId id="2147483836" r:id="rId8"/>
    <p:sldLayoutId id="2147483837" r:id="rId9"/>
    <p:sldLayoutId id="2147483838" r:id="rId10"/>
    <p:sldLayoutId id="2147483839" r:id="rId11"/>
  </p:sldLayoutIdLst>
  <p:transition spd="med">
    <p:random/>
  </p:transition>
  <p:hf hdr="0" ftr="0"/>
  <p:txStyles>
    <p:titleStyle>
      <a:lvl1pPr algn="ctr" rtl="0" eaLnBrk="0" fontAlgn="base" hangingPunct="0">
        <a:spcBef>
          <a:spcPct val="0"/>
        </a:spcBef>
        <a:spcAft>
          <a:spcPct val="0"/>
        </a:spcAft>
        <a:defRPr kumimoji="1" sz="3200">
          <a:solidFill>
            <a:srgbClr val="0E3384"/>
          </a:solidFill>
          <a:latin typeface="+mj-lt"/>
          <a:ea typeface="+mj-ea"/>
          <a:cs typeface="+mj-cs"/>
        </a:defRPr>
      </a:lvl1pPr>
      <a:lvl2pPr algn="ctr" rtl="0" eaLnBrk="0" fontAlgn="base" hangingPunct="0">
        <a:spcBef>
          <a:spcPct val="0"/>
        </a:spcBef>
        <a:spcAft>
          <a:spcPct val="0"/>
        </a:spcAft>
        <a:defRPr kumimoji="1" sz="3200">
          <a:solidFill>
            <a:srgbClr val="0E3384"/>
          </a:solidFill>
          <a:latin typeface="Times New Roman" pitchFamily="18" charset="0"/>
          <a:ea typeface="華康特粗明體" pitchFamily="49" charset="-120"/>
        </a:defRPr>
      </a:lvl2pPr>
      <a:lvl3pPr algn="ctr" rtl="0" eaLnBrk="0" fontAlgn="base" hangingPunct="0">
        <a:spcBef>
          <a:spcPct val="0"/>
        </a:spcBef>
        <a:spcAft>
          <a:spcPct val="0"/>
        </a:spcAft>
        <a:defRPr kumimoji="1" sz="3200">
          <a:solidFill>
            <a:srgbClr val="0E3384"/>
          </a:solidFill>
          <a:latin typeface="Times New Roman" pitchFamily="18" charset="0"/>
          <a:ea typeface="華康特粗明體" pitchFamily="49" charset="-120"/>
        </a:defRPr>
      </a:lvl3pPr>
      <a:lvl4pPr algn="ctr" rtl="0" eaLnBrk="0" fontAlgn="base" hangingPunct="0">
        <a:spcBef>
          <a:spcPct val="0"/>
        </a:spcBef>
        <a:spcAft>
          <a:spcPct val="0"/>
        </a:spcAft>
        <a:defRPr kumimoji="1" sz="3200">
          <a:solidFill>
            <a:srgbClr val="0E3384"/>
          </a:solidFill>
          <a:latin typeface="Times New Roman" pitchFamily="18" charset="0"/>
          <a:ea typeface="華康特粗明體" pitchFamily="49" charset="-120"/>
        </a:defRPr>
      </a:lvl4pPr>
      <a:lvl5pPr algn="ctr" rtl="0" eaLnBrk="0" fontAlgn="base" hangingPunct="0">
        <a:spcBef>
          <a:spcPct val="0"/>
        </a:spcBef>
        <a:spcAft>
          <a:spcPct val="0"/>
        </a:spcAft>
        <a:defRPr kumimoji="1" sz="3200">
          <a:solidFill>
            <a:srgbClr val="0E3384"/>
          </a:solidFill>
          <a:latin typeface="Times New Roman" pitchFamily="18" charset="0"/>
          <a:ea typeface="華康特粗明體" pitchFamily="49" charset="-120"/>
        </a:defRPr>
      </a:lvl5pPr>
      <a:lvl6pPr marL="457200" algn="ctr" rtl="0" fontAlgn="base">
        <a:spcBef>
          <a:spcPct val="0"/>
        </a:spcBef>
        <a:spcAft>
          <a:spcPct val="0"/>
        </a:spcAft>
        <a:defRPr kumimoji="1" sz="3200">
          <a:solidFill>
            <a:srgbClr val="0E3384"/>
          </a:solidFill>
          <a:latin typeface="Times New Roman" pitchFamily="18" charset="0"/>
          <a:ea typeface="華康特粗明體" pitchFamily="49" charset="-120"/>
        </a:defRPr>
      </a:lvl6pPr>
      <a:lvl7pPr marL="914400" algn="ctr" rtl="0" fontAlgn="base">
        <a:spcBef>
          <a:spcPct val="0"/>
        </a:spcBef>
        <a:spcAft>
          <a:spcPct val="0"/>
        </a:spcAft>
        <a:defRPr kumimoji="1" sz="3200">
          <a:solidFill>
            <a:srgbClr val="0E3384"/>
          </a:solidFill>
          <a:latin typeface="Times New Roman" pitchFamily="18" charset="0"/>
          <a:ea typeface="華康特粗明體" pitchFamily="49" charset="-120"/>
        </a:defRPr>
      </a:lvl7pPr>
      <a:lvl8pPr marL="1371600" algn="ctr" rtl="0" fontAlgn="base">
        <a:spcBef>
          <a:spcPct val="0"/>
        </a:spcBef>
        <a:spcAft>
          <a:spcPct val="0"/>
        </a:spcAft>
        <a:defRPr kumimoji="1" sz="3200">
          <a:solidFill>
            <a:srgbClr val="0E3384"/>
          </a:solidFill>
          <a:latin typeface="Times New Roman" pitchFamily="18" charset="0"/>
          <a:ea typeface="華康特粗明體" pitchFamily="49" charset="-120"/>
        </a:defRPr>
      </a:lvl8pPr>
      <a:lvl9pPr marL="1828800" algn="ctr" rtl="0" fontAlgn="base">
        <a:spcBef>
          <a:spcPct val="0"/>
        </a:spcBef>
        <a:spcAft>
          <a:spcPct val="0"/>
        </a:spcAft>
        <a:defRPr kumimoji="1" sz="3200">
          <a:solidFill>
            <a:srgbClr val="0E3384"/>
          </a:solidFill>
          <a:latin typeface="Times New Roman" pitchFamily="18" charset="0"/>
          <a:ea typeface="華康特粗明體" pitchFamily="49" charset="-120"/>
        </a:defRPr>
      </a:lvl9pPr>
    </p:titleStyle>
    <p:bodyStyle>
      <a:lvl1pPr marL="342900" indent="-342900" algn="just" rtl="0" eaLnBrk="0" fontAlgn="base" hangingPunct="0">
        <a:lnSpc>
          <a:spcPct val="120000"/>
        </a:lnSpc>
        <a:spcBef>
          <a:spcPct val="20000"/>
        </a:spcBef>
        <a:spcAft>
          <a:spcPct val="0"/>
        </a:spcAft>
        <a:buFont typeface="Wingdings" pitchFamily="2" charset="2"/>
        <a:buChar char="q"/>
        <a:defRPr kumimoji="1" sz="2200">
          <a:solidFill>
            <a:schemeClr val="bg2"/>
          </a:solidFill>
          <a:latin typeface="+mn-lt"/>
          <a:ea typeface="+mn-ea"/>
          <a:cs typeface="+mn-cs"/>
        </a:defRPr>
      </a:lvl1pPr>
      <a:lvl2pPr marL="742950" indent="-285750" algn="just" rtl="0" eaLnBrk="0" fontAlgn="base" hangingPunct="0">
        <a:lnSpc>
          <a:spcPct val="120000"/>
        </a:lnSpc>
        <a:spcBef>
          <a:spcPct val="20000"/>
        </a:spcBef>
        <a:spcAft>
          <a:spcPct val="0"/>
        </a:spcAft>
        <a:buFont typeface="Wingdings" pitchFamily="2" charset="2"/>
        <a:buChar char="l"/>
        <a:defRPr kumimoji="1" sz="2200">
          <a:solidFill>
            <a:schemeClr val="bg2"/>
          </a:solidFill>
          <a:latin typeface="+mn-lt"/>
          <a:ea typeface="+mn-ea"/>
        </a:defRPr>
      </a:lvl2pPr>
      <a:lvl3pPr marL="1143000" indent="-228600" algn="just" rtl="0" eaLnBrk="0" fontAlgn="base" hangingPunct="0">
        <a:lnSpc>
          <a:spcPct val="120000"/>
        </a:lnSpc>
        <a:spcBef>
          <a:spcPct val="20000"/>
        </a:spcBef>
        <a:spcAft>
          <a:spcPct val="0"/>
        </a:spcAft>
        <a:buChar char="–"/>
        <a:defRPr kumimoji="1" sz="2200">
          <a:solidFill>
            <a:schemeClr val="bg2"/>
          </a:solidFill>
          <a:latin typeface="+mn-lt"/>
          <a:ea typeface="+mn-ea"/>
        </a:defRPr>
      </a:lvl3pPr>
      <a:lvl4pPr marL="1600200" indent="-228600" algn="just" rtl="0" eaLnBrk="0" fontAlgn="base" hangingPunct="0">
        <a:lnSpc>
          <a:spcPct val="120000"/>
        </a:lnSpc>
        <a:spcBef>
          <a:spcPct val="20000"/>
        </a:spcBef>
        <a:spcAft>
          <a:spcPct val="0"/>
        </a:spcAft>
        <a:buFont typeface="Wingdings" pitchFamily="2" charset="2"/>
        <a:buChar char="§"/>
        <a:defRPr kumimoji="1" sz="2200">
          <a:solidFill>
            <a:schemeClr val="bg2"/>
          </a:solidFill>
          <a:latin typeface="+mn-lt"/>
          <a:ea typeface="+mn-ea"/>
        </a:defRPr>
      </a:lvl4pPr>
      <a:lvl5pPr marL="2057400" indent="-228600" algn="just" rtl="0" eaLnBrk="0" fontAlgn="base" hangingPunct="0">
        <a:lnSpc>
          <a:spcPct val="120000"/>
        </a:lnSpc>
        <a:spcBef>
          <a:spcPct val="20000"/>
        </a:spcBef>
        <a:spcAft>
          <a:spcPct val="0"/>
        </a:spcAft>
        <a:buChar char="•"/>
        <a:defRPr kumimoji="1" sz="2200">
          <a:solidFill>
            <a:schemeClr val="bg2"/>
          </a:solidFill>
          <a:latin typeface="+mn-lt"/>
          <a:ea typeface="+mn-ea"/>
        </a:defRPr>
      </a:lvl5pPr>
      <a:lvl6pPr marL="2514600" indent="-228600" algn="just" rtl="0" fontAlgn="base">
        <a:lnSpc>
          <a:spcPct val="120000"/>
        </a:lnSpc>
        <a:spcBef>
          <a:spcPct val="20000"/>
        </a:spcBef>
        <a:spcAft>
          <a:spcPct val="0"/>
        </a:spcAft>
        <a:buChar char="•"/>
        <a:defRPr kumimoji="1" sz="2200">
          <a:solidFill>
            <a:schemeClr val="bg2"/>
          </a:solidFill>
          <a:latin typeface="+mn-lt"/>
          <a:ea typeface="+mn-ea"/>
        </a:defRPr>
      </a:lvl6pPr>
      <a:lvl7pPr marL="2971800" indent="-228600" algn="just" rtl="0" fontAlgn="base">
        <a:lnSpc>
          <a:spcPct val="120000"/>
        </a:lnSpc>
        <a:spcBef>
          <a:spcPct val="20000"/>
        </a:spcBef>
        <a:spcAft>
          <a:spcPct val="0"/>
        </a:spcAft>
        <a:buChar char="•"/>
        <a:defRPr kumimoji="1" sz="2200">
          <a:solidFill>
            <a:schemeClr val="bg2"/>
          </a:solidFill>
          <a:latin typeface="+mn-lt"/>
          <a:ea typeface="+mn-ea"/>
        </a:defRPr>
      </a:lvl7pPr>
      <a:lvl8pPr marL="3429000" indent="-228600" algn="just" rtl="0" fontAlgn="base">
        <a:lnSpc>
          <a:spcPct val="120000"/>
        </a:lnSpc>
        <a:spcBef>
          <a:spcPct val="20000"/>
        </a:spcBef>
        <a:spcAft>
          <a:spcPct val="0"/>
        </a:spcAft>
        <a:buChar char="•"/>
        <a:defRPr kumimoji="1" sz="2200">
          <a:solidFill>
            <a:schemeClr val="bg2"/>
          </a:solidFill>
          <a:latin typeface="+mn-lt"/>
          <a:ea typeface="+mn-ea"/>
        </a:defRPr>
      </a:lvl8pPr>
      <a:lvl9pPr marL="3886200" indent="-228600" algn="just" rtl="0" fontAlgn="base">
        <a:lnSpc>
          <a:spcPct val="120000"/>
        </a:lnSpc>
        <a:spcBef>
          <a:spcPct val="20000"/>
        </a:spcBef>
        <a:spcAft>
          <a:spcPct val="0"/>
        </a:spcAft>
        <a:buChar char="•"/>
        <a:defRPr kumimoji="1" sz="2200">
          <a:solidFill>
            <a:schemeClr val="bg2"/>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1079500" y="449263"/>
            <a:ext cx="7377113" cy="9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zh-TW" altLang="en-US" smtClean="0"/>
              <a:t>按一下以編輯母片標題樣式</a:t>
            </a:r>
          </a:p>
        </p:txBody>
      </p:sp>
      <p:sp>
        <p:nvSpPr>
          <p:cNvPr id="2051" name="Rectangle 3"/>
          <p:cNvSpPr>
            <a:spLocks noGrp="1" noChangeArrowheads="1"/>
          </p:cNvSpPr>
          <p:nvPr>
            <p:ph type="body" idx="1"/>
          </p:nvPr>
        </p:nvSpPr>
        <p:spPr bwMode="auto">
          <a:xfrm>
            <a:off x="719138" y="1438275"/>
            <a:ext cx="8097837" cy="4857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zh-TW" altLang="en-US" smtClean="0"/>
              <a:t>按一下以編輯母片本文樣式</a:t>
            </a:r>
          </a:p>
          <a:p>
            <a:pPr lvl="1"/>
            <a:r>
              <a:rPr lang="zh-TW" altLang="en-US" smtClean="0"/>
              <a:t>第二階層</a:t>
            </a:r>
          </a:p>
          <a:p>
            <a:pPr lvl="2"/>
            <a:r>
              <a:rPr lang="zh-TW" altLang="en-US" smtClean="0"/>
              <a:t>第三階層</a:t>
            </a:r>
          </a:p>
          <a:p>
            <a:pPr lvl="3"/>
            <a:r>
              <a:rPr lang="zh-TW" altLang="en-US" smtClean="0"/>
              <a:t>第四階層</a:t>
            </a:r>
          </a:p>
          <a:p>
            <a:pPr lvl="4"/>
            <a:r>
              <a:rPr lang="zh-TW" altLang="en-US" smtClean="0"/>
              <a:t>第五階層</a:t>
            </a:r>
          </a:p>
        </p:txBody>
      </p:sp>
      <p:pic>
        <p:nvPicPr>
          <p:cNvPr id="2052" name="Picture 6" descr="資訊科技_bg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443038" y="1349375"/>
            <a:ext cx="6651625" cy="10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3" name="Text Box 5"/>
          <p:cNvSpPr txBox="1">
            <a:spLocks noChangeArrowheads="1"/>
          </p:cNvSpPr>
          <p:nvPr/>
        </p:nvSpPr>
        <p:spPr bwMode="auto">
          <a:xfrm>
            <a:off x="250825" y="0"/>
            <a:ext cx="4468813"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rIns="0" anchor="ctr"/>
          <a:lstStyle>
            <a:lvl1pPr>
              <a:defRPr kumimoji="1" sz="2400">
                <a:solidFill>
                  <a:schemeClr val="tx1"/>
                </a:solidFill>
                <a:latin typeface="Times New Roman" pitchFamily="18" charset="0"/>
                <a:ea typeface="新細明體" pitchFamily="18" charset="-120"/>
              </a:defRPr>
            </a:lvl1pPr>
            <a:lvl2pPr marL="742950" indent="-285750">
              <a:defRPr kumimoji="1" sz="2400">
                <a:solidFill>
                  <a:schemeClr val="tx1"/>
                </a:solidFill>
                <a:latin typeface="Times New Roman" pitchFamily="18" charset="0"/>
                <a:ea typeface="新細明體" pitchFamily="18" charset="-120"/>
              </a:defRPr>
            </a:lvl2pPr>
            <a:lvl3pPr marL="1143000" indent="-228600">
              <a:defRPr kumimoji="1" sz="2400">
                <a:solidFill>
                  <a:schemeClr val="tx1"/>
                </a:solidFill>
                <a:latin typeface="Times New Roman" pitchFamily="18" charset="0"/>
                <a:ea typeface="新細明體" pitchFamily="18" charset="-120"/>
              </a:defRPr>
            </a:lvl3pPr>
            <a:lvl4pPr marL="1600200" indent="-228600">
              <a:defRPr kumimoji="1" sz="2400">
                <a:solidFill>
                  <a:schemeClr val="tx1"/>
                </a:solidFill>
                <a:latin typeface="Times New Roman" pitchFamily="18" charset="0"/>
                <a:ea typeface="新細明體" pitchFamily="18" charset="-120"/>
              </a:defRPr>
            </a:lvl4pPr>
            <a:lvl5pPr marL="2057400" indent="-228600">
              <a:defRPr kumimoji="1"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imes New Roman" pitchFamily="18" charset="0"/>
                <a:ea typeface="新細明體" pitchFamily="18" charset="-120"/>
              </a:defRPr>
            </a:lvl9pPr>
          </a:lstStyle>
          <a:p>
            <a:r>
              <a:rPr lang="zh-TW" altLang="en-US" sz="1600">
                <a:latin typeface="Arial" charset="0"/>
              </a:rPr>
              <a:t>系統分析與設計</a:t>
            </a:r>
            <a:r>
              <a:rPr lang="zh-TW" altLang="en-US" sz="1200">
                <a:latin typeface="Arial" charset="0"/>
              </a:rPr>
              <a:t>理論與實務應用(七版)   吳仁和、林信惠 著</a:t>
            </a:r>
          </a:p>
        </p:txBody>
      </p:sp>
      <p:sp>
        <p:nvSpPr>
          <p:cNvPr id="2054" name="Text Box 4"/>
          <p:cNvSpPr txBox="1">
            <a:spLocks noChangeArrowheads="1"/>
          </p:cNvSpPr>
          <p:nvPr userDrawn="1"/>
        </p:nvSpPr>
        <p:spPr bwMode="auto">
          <a:xfrm>
            <a:off x="6011863" y="0"/>
            <a:ext cx="2879725"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lgn="ctr">
                <a:solidFill>
                  <a:srgbClr val="000000"/>
                </a:solidFill>
                <a:miter lim="800000"/>
                <a:headEnd/>
                <a:tailEnd/>
              </a14:hiddenLine>
            </a:ext>
          </a:extLst>
        </p:spPr>
        <p:txBody>
          <a:bodyPr anchor="ctr"/>
          <a:lstStyle>
            <a:lvl1pPr>
              <a:defRPr kumimoji="1" sz="2400">
                <a:solidFill>
                  <a:schemeClr val="tx1"/>
                </a:solidFill>
                <a:latin typeface="Times New Roman" pitchFamily="18" charset="0"/>
                <a:ea typeface="新細明體" pitchFamily="18" charset="-120"/>
              </a:defRPr>
            </a:lvl1pPr>
            <a:lvl2pPr marL="742950" indent="-285750">
              <a:defRPr kumimoji="1" sz="2400">
                <a:solidFill>
                  <a:schemeClr val="tx1"/>
                </a:solidFill>
                <a:latin typeface="Times New Roman" pitchFamily="18" charset="0"/>
                <a:ea typeface="新細明體" pitchFamily="18" charset="-120"/>
              </a:defRPr>
            </a:lvl2pPr>
            <a:lvl3pPr marL="1143000" indent="-228600">
              <a:defRPr kumimoji="1" sz="2400">
                <a:solidFill>
                  <a:schemeClr val="tx1"/>
                </a:solidFill>
                <a:latin typeface="Times New Roman" pitchFamily="18" charset="0"/>
                <a:ea typeface="新細明體" pitchFamily="18" charset="-120"/>
              </a:defRPr>
            </a:lvl3pPr>
            <a:lvl4pPr marL="1600200" indent="-228600">
              <a:defRPr kumimoji="1" sz="2400">
                <a:solidFill>
                  <a:schemeClr val="tx1"/>
                </a:solidFill>
                <a:latin typeface="Times New Roman" pitchFamily="18" charset="0"/>
                <a:ea typeface="新細明體" pitchFamily="18" charset="-120"/>
              </a:defRPr>
            </a:lvl4pPr>
            <a:lvl5pPr marL="2057400" indent="-228600">
              <a:defRPr kumimoji="1"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imes New Roman" pitchFamily="18" charset="0"/>
                <a:ea typeface="新細明體" pitchFamily="18" charset="-120"/>
              </a:defRPr>
            </a:lvl9pPr>
          </a:lstStyle>
          <a:p>
            <a:pPr algn="r"/>
            <a:r>
              <a:rPr lang="en-US" altLang="zh-TW" sz="1400">
                <a:ea typeface="華康特粗明體" pitchFamily="49" charset="-120"/>
              </a:rPr>
              <a:t>ISBN 9789575113094</a:t>
            </a:r>
          </a:p>
        </p:txBody>
      </p:sp>
    </p:spTree>
  </p:cSld>
  <p:clrMap bg1="dk2" tx1="lt1" bg2="dk1" tx2="lt2" accent1="accent1" accent2="accent2" accent3="accent3" accent4="accent4" accent5="accent5" accent6="accent6" hlink="hlink" folHlink="folHlink"/>
  <p:sldLayoutIdLst>
    <p:sldLayoutId id="2147483840" r:id="rId1"/>
    <p:sldLayoutId id="2147483841" r:id="rId2"/>
    <p:sldLayoutId id="2147483842" r:id="rId3"/>
    <p:sldLayoutId id="2147483843" r:id="rId4"/>
    <p:sldLayoutId id="2147483844" r:id="rId5"/>
    <p:sldLayoutId id="2147483845" r:id="rId6"/>
    <p:sldLayoutId id="2147483846" r:id="rId7"/>
    <p:sldLayoutId id="2147483847" r:id="rId8"/>
    <p:sldLayoutId id="2147483848" r:id="rId9"/>
    <p:sldLayoutId id="2147483849" r:id="rId10"/>
    <p:sldLayoutId id="2147483850" r:id="rId11"/>
  </p:sldLayoutIdLst>
  <p:transition spd="med">
    <p:random/>
  </p:transition>
  <p:timing>
    <p:tnLst>
      <p:par>
        <p:cTn id="1" dur="indefinite" restart="never" nodeType="tmRoot"/>
      </p:par>
    </p:tnLst>
  </p:timing>
  <p:hf hdr="0" ftr="0"/>
  <p:txStyles>
    <p:titleStyle>
      <a:lvl1pPr algn="ctr" rtl="0" eaLnBrk="0" fontAlgn="base" hangingPunct="0">
        <a:spcBef>
          <a:spcPct val="0"/>
        </a:spcBef>
        <a:spcAft>
          <a:spcPct val="0"/>
        </a:spcAft>
        <a:defRPr kumimoji="1" sz="3200">
          <a:solidFill>
            <a:srgbClr val="0E3384"/>
          </a:solidFill>
          <a:latin typeface="+mj-lt"/>
          <a:ea typeface="+mj-ea"/>
          <a:cs typeface="+mj-cs"/>
        </a:defRPr>
      </a:lvl1pPr>
      <a:lvl2pPr algn="ctr" rtl="0" eaLnBrk="0" fontAlgn="base" hangingPunct="0">
        <a:spcBef>
          <a:spcPct val="0"/>
        </a:spcBef>
        <a:spcAft>
          <a:spcPct val="0"/>
        </a:spcAft>
        <a:defRPr kumimoji="1" sz="3200">
          <a:solidFill>
            <a:srgbClr val="0E3384"/>
          </a:solidFill>
          <a:latin typeface="Times New Roman" pitchFamily="18" charset="0"/>
          <a:ea typeface="華康特粗明體" pitchFamily="49" charset="-120"/>
        </a:defRPr>
      </a:lvl2pPr>
      <a:lvl3pPr algn="ctr" rtl="0" eaLnBrk="0" fontAlgn="base" hangingPunct="0">
        <a:spcBef>
          <a:spcPct val="0"/>
        </a:spcBef>
        <a:spcAft>
          <a:spcPct val="0"/>
        </a:spcAft>
        <a:defRPr kumimoji="1" sz="3200">
          <a:solidFill>
            <a:srgbClr val="0E3384"/>
          </a:solidFill>
          <a:latin typeface="Times New Roman" pitchFamily="18" charset="0"/>
          <a:ea typeface="華康特粗明體" pitchFamily="49" charset="-120"/>
        </a:defRPr>
      </a:lvl3pPr>
      <a:lvl4pPr algn="ctr" rtl="0" eaLnBrk="0" fontAlgn="base" hangingPunct="0">
        <a:spcBef>
          <a:spcPct val="0"/>
        </a:spcBef>
        <a:spcAft>
          <a:spcPct val="0"/>
        </a:spcAft>
        <a:defRPr kumimoji="1" sz="3200">
          <a:solidFill>
            <a:srgbClr val="0E3384"/>
          </a:solidFill>
          <a:latin typeface="Times New Roman" pitchFamily="18" charset="0"/>
          <a:ea typeface="華康特粗明體" pitchFamily="49" charset="-120"/>
        </a:defRPr>
      </a:lvl4pPr>
      <a:lvl5pPr algn="ctr" rtl="0" eaLnBrk="0" fontAlgn="base" hangingPunct="0">
        <a:spcBef>
          <a:spcPct val="0"/>
        </a:spcBef>
        <a:spcAft>
          <a:spcPct val="0"/>
        </a:spcAft>
        <a:defRPr kumimoji="1" sz="3200">
          <a:solidFill>
            <a:srgbClr val="0E3384"/>
          </a:solidFill>
          <a:latin typeface="Times New Roman" pitchFamily="18" charset="0"/>
          <a:ea typeface="華康特粗明體" pitchFamily="49" charset="-120"/>
        </a:defRPr>
      </a:lvl5pPr>
      <a:lvl6pPr marL="457200" algn="ctr" rtl="0" eaLnBrk="0" fontAlgn="base" hangingPunct="0">
        <a:spcBef>
          <a:spcPct val="0"/>
        </a:spcBef>
        <a:spcAft>
          <a:spcPct val="0"/>
        </a:spcAft>
        <a:defRPr kumimoji="1" sz="3200">
          <a:solidFill>
            <a:srgbClr val="0E3384"/>
          </a:solidFill>
          <a:latin typeface="Times New Roman" pitchFamily="18" charset="0"/>
          <a:ea typeface="華康特粗明體" pitchFamily="49" charset="-120"/>
        </a:defRPr>
      </a:lvl6pPr>
      <a:lvl7pPr marL="914400" algn="ctr" rtl="0" eaLnBrk="0" fontAlgn="base" hangingPunct="0">
        <a:spcBef>
          <a:spcPct val="0"/>
        </a:spcBef>
        <a:spcAft>
          <a:spcPct val="0"/>
        </a:spcAft>
        <a:defRPr kumimoji="1" sz="3200">
          <a:solidFill>
            <a:srgbClr val="0E3384"/>
          </a:solidFill>
          <a:latin typeface="Times New Roman" pitchFamily="18" charset="0"/>
          <a:ea typeface="華康特粗明體" pitchFamily="49" charset="-120"/>
        </a:defRPr>
      </a:lvl7pPr>
      <a:lvl8pPr marL="1371600" algn="ctr" rtl="0" eaLnBrk="0" fontAlgn="base" hangingPunct="0">
        <a:spcBef>
          <a:spcPct val="0"/>
        </a:spcBef>
        <a:spcAft>
          <a:spcPct val="0"/>
        </a:spcAft>
        <a:defRPr kumimoji="1" sz="3200">
          <a:solidFill>
            <a:srgbClr val="0E3384"/>
          </a:solidFill>
          <a:latin typeface="Times New Roman" pitchFamily="18" charset="0"/>
          <a:ea typeface="華康特粗明體" pitchFamily="49" charset="-120"/>
        </a:defRPr>
      </a:lvl8pPr>
      <a:lvl9pPr marL="1828800" algn="ctr" rtl="0" eaLnBrk="0" fontAlgn="base" hangingPunct="0">
        <a:spcBef>
          <a:spcPct val="0"/>
        </a:spcBef>
        <a:spcAft>
          <a:spcPct val="0"/>
        </a:spcAft>
        <a:defRPr kumimoji="1" sz="3200">
          <a:solidFill>
            <a:srgbClr val="0E3384"/>
          </a:solidFill>
          <a:latin typeface="Times New Roman" pitchFamily="18" charset="0"/>
          <a:ea typeface="華康特粗明體" pitchFamily="49" charset="-120"/>
        </a:defRPr>
      </a:lvl9pPr>
    </p:titleStyle>
    <p:bodyStyle>
      <a:lvl1pPr marL="342900" indent="-342900" algn="just" rtl="0" eaLnBrk="0" fontAlgn="base" hangingPunct="0">
        <a:lnSpc>
          <a:spcPct val="120000"/>
        </a:lnSpc>
        <a:spcBef>
          <a:spcPct val="20000"/>
        </a:spcBef>
        <a:spcAft>
          <a:spcPct val="0"/>
        </a:spcAft>
        <a:buFont typeface="Wingdings" pitchFamily="2" charset="2"/>
        <a:buChar char="q"/>
        <a:defRPr kumimoji="1" sz="2200">
          <a:solidFill>
            <a:schemeClr val="bg2"/>
          </a:solidFill>
          <a:latin typeface="+mn-lt"/>
          <a:ea typeface="+mn-ea"/>
          <a:cs typeface="+mn-cs"/>
        </a:defRPr>
      </a:lvl1pPr>
      <a:lvl2pPr marL="742950" indent="-285750" algn="just" rtl="0" eaLnBrk="0" fontAlgn="base" hangingPunct="0">
        <a:lnSpc>
          <a:spcPct val="120000"/>
        </a:lnSpc>
        <a:spcBef>
          <a:spcPct val="20000"/>
        </a:spcBef>
        <a:spcAft>
          <a:spcPct val="0"/>
        </a:spcAft>
        <a:buFont typeface="Wingdings" pitchFamily="2" charset="2"/>
        <a:buChar char="l"/>
        <a:defRPr kumimoji="1" sz="2200">
          <a:solidFill>
            <a:schemeClr val="bg2"/>
          </a:solidFill>
          <a:latin typeface="+mn-lt"/>
          <a:ea typeface="+mn-ea"/>
        </a:defRPr>
      </a:lvl2pPr>
      <a:lvl3pPr marL="1143000" indent="-228600" algn="just" rtl="0" eaLnBrk="0" fontAlgn="base" hangingPunct="0">
        <a:lnSpc>
          <a:spcPct val="120000"/>
        </a:lnSpc>
        <a:spcBef>
          <a:spcPct val="20000"/>
        </a:spcBef>
        <a:spcAft>
          <a:spcPct val="0"/>
        </a:spcAft>
        <a:buChar char="–"/>
        <a:defRPr kumimoji="1" sz="2200">
          <a:solidFill>
            <a:schemeClr val="bg2"/>
          </a:solidFill>
          <a:latin typeface="+mn-lt"/>
          <a:ea typeface="+mn-ea"/>
        </a:defRPr>
      </a:lvl3pPr>
      <a:lvl4pPr marL="1600200" indent="-228600" algn="just" rtl="0" eaLnBrk="0" fontAlgn="base" hangingPunct="0">
        <a:lnSpc>
          <a:spcPct val="120000"/>
        </a:lnSpc>
        <a:spcBef>
          <a:spcPct val="20000"/>
        </a:spcBef>
        <a:spcAft>
          <a:spcPct val="0"/>
        </a:spcAft>
        <a:buFont typeface="Wingdings" pitchFamily="2" charset="2"/>
        <a:buChar char="§"/>
        <a:defRPr kumimoji="1" sz="2200">
          <a:solidFill>
            <a:schemeClr val="bg2"/>
          </a:solidFill>
          <a:latin typeface="+mn-lt"/>
          <a:ea typeface="+mn-ea"/>
        </a:defRPr>
      </a:lvl4pPr>
      <a:lvl5pPr marL="2057400" indent="-228600" algn="just" rtl="0" eaLnBrk="0" fontAlgn="base" hangingPunct="0">
        <a:lnSpc>
          <a:spcPct val="120000"/>
        </a:lnSpc>
        <a:spcBef>
          <a:spcPct val="20000"/>
        </a:spcBef>
        <a:spcAft>
          <a:spcPct val="0"/>
        </a:spcAft>
        <a:buChar char="•"/>
        <a:defRPr kumimoji="1" sz="2200">
          <a:solidFill>
            <a:schemeClr val="bg2"/>
          </a:solidFill>
          <a:latin typeface="+mn-lt"/>
          <a:ea typeface="+mn-ea"/>
        </a:defRPr>
      </a:lvl5pPr>
      <a:lvl6pPr marL="2514600" indent="-228600" algn="just" rtl="0" eaLnBrk="0" fontAlgn="base" hangingPunct="0">
        <a:lnSpc>
          <a:spcPct val="120000"/>
        </a:lnSpc>
        <a:spcBef>
          <a:spcPct val="20000"/>
        </a:spcBef>
        <a:spcAft>
          <a:spcPct val="0"/>
        </a:spcAft>
        <a:buChar char="•"/>
        <a:defRPr kumimoji="1" sz="2200">
          <a:solidFill>
            <a:schemeClr val="bg2"/>
          </a:solidFill>
          <a:latin typeface="+mn-lt"/>
          <a:ea typeface="+mn-ea"/>
        </a:defRPr>
      </a:lvl6pPr>
      <a:lvl7pPr marL="2971800" indent="-228600" algn="just" rtl="0" eaLnBrk="0" fontAlgn="base" hangingPunct="0">
        <a:lnSpc>
          <a:spcPct val="120000"/>
        </a:lnSpc>
        <a:spcBef>
          <a:spcPct val="20000"/>
        </a:spcBef>
        <a:spcAft>
          <a:spcPct val="0"/>
        </a:spcAft>
        <a:buChar char="•"/>
        <a:defRPr kumimoji="1" sz="2200">
          <a:solidFill>
            <a:schemeClr val="bg2"/>
          </a:solidFill>
          <a:latin typeface="+mn-lt"/>
          <a:ea typeface="+mn-ea"/>
        </a:defRPr>
      </a:lvl7pPr>
      <a:lvl8pPr marL="3429000" indent="-228600" algn="just" rtl="0" eaLnBrk="0" fontAlgn="base" hangingPunct="0">
        <a:lnSpc>
          <a:spcPct val="120000"/>
        </a:lnSpc>
        <a:spcBef>
          <a:spcPct val="20000"/>
        </a:spcBef>
        <a:spcAft>
          <a:spcPct val="0"/>
        </a:spcAft>
        <a:buChar char="•"/>
        <a:defRPr kumimoji="1" sz="2200">
          <a:solidFill>
            <a:schemeClr val="bg2"/>
          </a:solidFill>
          <a:latin typeface="+mn-lt"/>
          <a:ea typeface="+mn-ea"/>
        </a:defRPr>
      </a:lvl8pPr>
      <a:lvl9pPr marL="3886200" indent="-228600" algn="just" rtl="0" eaLnBrk="0" fontAlgn="base" hangingPunct="0">
        <a:lnSpc>
          <a:spcPct val="120000"/>
        </a:lnSpc>
        <a:spcBef>
          <a:spcPct val="20000"/>
        </a:spcBef>
        <a:spcAft>
          <a:spcPct val="0"/>
        </a:spcAft>
        <a:buChar char="•"/>
        <a:defRPr kumimoji="1" sz="2200">
          <a:solidFill>
            <a:schemeClr val="bg2"/>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bwMode="auto">
          <a:xfrm>
            <a:off x="1079500" y="449263"/>
            <a:ext cx="7377113" cy="9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zh-TW" altLang="en-US" smtClean="0"/>
              <a:t>按一下以編輯母片標題樣式</a:t>
            </a:r>
          </a:p>
        </p:txBody>
      </p:sp>
      <p:sp>
        <p:nvSpPr>
          <p:cNvPr id="3075" name="Rectangle 3"/>
          <p:cNvSpPr>
            <a:spLocks noGrp="1" noChangeArrowheads="1"/>
          </p:cNvSpPr>
          <p:nvPr>
            <p:ph type="body" idx="1"/>
          </p:nvPr>
        </p:nvSpPr>
        <p:spPr bwMode="auto">
          <a:xfrm>
            <a:off x="719138" y="1438275"/>
            <a:ext cx="8097837" cy="4857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zh-TW" altLang="en-US" smtClean="0"/>
              <a:t>按一下以編輯母片本文樣式</a:t>
            </a:r>
          </a:p>
          <a:p>
            <a:pPr lvl="1"/>
            <a:r>
              <a:rPr lang="zh-TW" altLang="en-US" smtClean="0"/>
              <a:t>第二階層</a:t>
            </a:r>
          </a:p>
          <a:p>
            <a:pPr lvl="2"/>
            <a:r>
              <a:rPr lang="zh-TW" altLang="en-US" smtClean="0"/>
              <a:t>第三階層</a:t>
            </a:r>
          </a:p>
          <a:p>
            <a:pPr lvl="3"/>
            <a:r>
              <a:rPr lang="zh-TW" altLang="en-US" smtClean="0"/>
              <a:t>第四階層</a:t>
            </a:r>
          </a:p>
          <a:p>
            <a:pPr lvl="4"/>
            <a:r>
              <a:rPr lang="zh-TW" altLang="en-US" smtClean="0"/>
              <a:t>第五階層</a:t>
            </a:r>
          </a:p>
        </p:txBody>
      </p:sp>
      <p:pic>
        <p:nvPicPr>
          <p:cNvPr id="3076" name="Picture 6" descr="資訊科技_bg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443038" y="1349375"/>
            <a:ext cx="6651625" cy="10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7" name="Text Box 5"/>
          <p:cNvSpPr txBox="1">
            <a:spLocks noChangeArrowheads="1"/>
          </p:cNvSpPr>
          <p:nvPr/>
        </p:nvSpPr>
        <p:spPr bwMode="auto">
          <a:xfrm>
            <a:off x="250825" y="0"/>
            <a:ext cx="4468813"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rIns="0" anchor="ctr"/>
          <a:lstStyle>
            <a:lvl1pPr>
              <a:defRPr kumimoji="1" sz="2400">
                <a:solidFill>
                  <a:schemeClr val="tx1"/>
                </a:solidFill>
                <a:latin typeface="Times New Roman" pitchFamily="18" charset="0"/>
                <a:ea typeface="新細明體" pitchFamily="18" charset="-120"/>
              </a:defRPr>
            </a:lvl1pPr>
            <a:lvl2pPr marL="742950" indent="-285750">
              <a:defRPr kumimoji="1" sz="2400">
                <a:solidFill>
                  <a:schemeClr val="tx1"/>
                </a:solidFill>
                <a:latin typeface="Times New Roman" pitchFamily="18" charset="0"/>
                <a:ea typeface="新細明體" pitchFamily="18" charset="-120"/>
              </a:defRPr>
            </a:lvl2pPr>
            <a:lvl3pPr marL="1143000" indent="-228600">
              <a:defRPr kumimoji="1" sz="2400">
                <a:solidFill>
                  <a:schemeClr val="tx1"/>
                </a:solidFill>
                <a:latin typeface="Times New Roman" pitchFamily="18" charset="0"/>
                <a:ea typeface="新細明體" pitchFamily="18" charset="-120"/>
              </a:defRPr>
            </a:lvl3pPr>
            <a:lvl4pPr marL="1600200" indent="-228600">
              <a:defRPr kumimoji="1" sz="2400">
                <a:solidFill>
                  <a:schemeClr val="tx1"/>
                </a:solidFill>
                <a:latin typeface="Times New Roman" pitchFamily="18" charset="0"/>
                <a:ea typeface="新細明體" pitchFamily="18" charset="-120"/>
              </a:defRPr>
            </a:lvl4pPr>
            <a:lvl5pPr marL="2057400" indent="-228600">
              <a:defRPr kumimoji="1"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imes New Roman" pitchFamily="18" charset="0"/>
                <a:ea typeface="新細明體" pitchFamily="18" charset="-120"/>
              </a:defRPr>
            </a:lvl9pPr>
          </a:lstStyle>
          <a:p>
            <a:r>
              <a:rPr lang="zh-TW" altLang="en-US" sz="1600">
                <a:latin typeface="Arial" charset="0"/>
              </a:rPr>
              <a:t>系統分析與設計</a:t>
            </a:r>
            <a:r>
              <a:rPr lang="zh-TW" altLang="en-US" sz="1200">
                <a:latin typeface="Arial" charset="0"/>
              </a:rPr>
              <a:t>理論與實務應用(七版)   吳仁和、林信惠 著</a:t>
            </a:r>
          </a:p>
        </p:txBody>
      </p:sp>
      <p:sp>
        <p:nvSpPr>
          <p:cNvPr id="3078" name="Text Box 4"/>
          <p:cNvSpPr txBox="1">
            <a:spLocks noChangeArrowheads="1"/>
          </p:cNvSpPr>
          <p:nvPr userDrawn="1"/>
        </p:nvSpPr>
        <p:spPr bwMode="auto">
          <a:xfrm>
            <a:off x="6011863" y="0"/>
            <a:ext cx="2879725"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lgn="ctr">
                <a:solidFill>
                  <a:srgbClr val="000000"/>
                </a:solidFill>
                <a:miter lim="800000"/>
                <a:headEnd/>
                <a:tailEnd/>
              </a14:hiddenLine>
            </a:ext>
          </a:extLst>
        </p:spPr>
        <p:txBody>
          <a:bodyPr anchor="ctr"/>
          <a:lstStyle>
            <a:lvl1pPr>
              <a:defRPr kumimoji="1" sz="2400">
                <a:solidFill>
                  <a:schemeClr val="tx1"/>
                </a:solidFill>
                <a:latin typeface="Times New Roman" pitchFamily="18" charset="0"/>
                <a:ea typeface="新細明體" pitchFamily="18" charset="-120"/>
              </a:defRPr>
            </a:lvl1pPr>
            <a:lvl2pPr marL="742950" indent="-285750">
              <a:defRPr kumimoji="1" sz="2400">
                <a:solidFill>
                  <a:schemeClr val="tx1"/>
                </a:solidFill>
                <a:latin typeface="Times New Roman" pitchFamily="18" charset="0"/>
                <a:ea typeface="新細明體" pitchFamily="18" charset="-120"/>
              </a:defRPr>
            </a:lvl2pPr>
            <a:lvl3pPr marL="1143000" indent="-228600">
              <a:defRPr kumimoji="1" sz="2400">
                <a:solidFill>
                  <a:schemeClr val="tx1"/>
                </a:solidFill>
                <a:latin typeface="Times New Roman" pitchFamily="18" charset="0"/>
                <a:ea typeface="新細明體" pitchFamily="18" charset="-120"/>
              </a:defRPr>
            </a:lvl3pPr>
            <a:lvl4pPr marL="1600200" indent="-228600">
              <a:defRPr kumimoji="1" sz="2400">
                <a:solidFill>
                  <a:schemeClr val="tx1"/>
                </a:solidFill>
                <a:latin typeface="Times New Roman" pitchFamily="18" charset="0"/>
                <a:ea typeface="新細明體" pitchFamily="18" charset="-120"/>
              </a:defRPr>
            </a:lvl4pPr>
            <a:lvl5pPr marL="2057400" indent="-228600">
              <a:defRPr kumimoji="1"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imes New Roman" pitchFamily="18" charset="0"/>
                <a:ea typeface="新細明體" pitchFamily="18" charset="-120"/>
              </a:defRPr>
            </a:lvl9pPr>
          </a:lstStyle>
          <a:p>
            <a:pPr algn="r"/>
            <a:r>
              <a:rPr lang="en-US" altLang="zh-TW" sz="1400">
                <a:ea typeface="華康特粗明體" pitchFamily="49" charset="-120"/>
              </a:rPr>
              <a:t>ISBN 9789575113094</a:t>
            </a:r>
          </a:p>
        </p:txBody>
      </p:sp>
    </p:spTree>
  </p:cSld>
  <p:clrMap bg1="dk2" tx1="lt1" bg2="dk1" tx2="lt2" accent1="accent1" accent2="accent2" accent3="accent3" accent4="accent4" accent5="accent5" accent6="accent6" hlink="hlink" folHlink="folHlink"/>
  <p:sldLayoutIdLst>
    <p:sldLayoutId id="2147483851" r:id="rId1"/>
    <p:sldLayoutId id="2147483852" r:id="rId2"/>
    <p:sldLayoutId id="2147483853" r:id="rId3"/>
    <p:sldLayoutId id="2147483854" r:id="rId4"/>
    <p:sldLayoutId id="2147483855" r:id="rId5"/>
    <p:sldLayoutId id="2147483856" r:id="rId6"/>
    <p:sldLayoutId id="2147483857" r:id="rId7"/>
    <p:sldLayoutId id="2147483858" r:id="rId8"/>
    <p:sldLayoutId id="2147483859" r:id="rId9"/>
    <p:sldLayoutId id="2147483860" r:id="rId10"/>
    <p:sldLayoutId id="2147483861" r:id="rId11"/>
  </p:sldLayoutIdLst>
  <p:transition spd="med">
    <p:random/>
  </p:transition>
  <p:hf hdr="0" ftr="0"/>
  <p:txStyles>
    <p:titleStyle>
      <a:lvl1pPr algn="ctr" rtl="0" eaLnBrk="0" fontAlgn="base" hangingPunct="0">
        <a:spcBef>
          <a:spcPct val="0"/>
        </a:spcBef>
        <a:spcAft>
          <a:spcPct val="0"/>
        </a:spcAft>
        <a:defRPr kumimoji="1" sz="3200">
          <a:solidFill>
            <a:srgbClr val="0E3384"/>
          </a:solidFill>
          <a:latin typeface="+mj-lt"/>
          <a:ea typeface="+mj-ea"/>
          <a:cs typeface="+mj-cs"/>
        </a:defRPr>
      </a:lvl1pPr>
      <a:lvl2pPr algn="ctr" rtl="0" eaLnBrk="0" fontAlgn="base" hangingPunct="0">
        <a:spcBef>
          <a:spcPct val="0"/>
        </a:spcBef>
        <a:spcAft>
          <a:spcPct val="0"/>
        </a:spcAft>
        <a:defRPr kumimoji="1" sz="3200">
          <a:solidFill>
            <a:srgbClr val="0E3384"/>
          </a:solidFill>
          <a:latin typeface="Times New Roman" pitchFamily="18" charset="0"/>
          <a:ea typeface="華康特粗明體" pitchFamily="49" charset="-120"/>
        </a:defRPr>
      </a:lvl2pPr>
      <a:lvl3pPr algn="ctr" rtl="0" eaLnBrk="0" fontAlgn="base" hangingPunct="0">
        <a:spcBef>
          <a:spcPct val="0"/>
        </a:spcBef>
        <a:spcAft>
          <a:spcPct val="0"/>
        </a:spcAft>
        <a:defRPr kumimoji="1" sz="3200">
          <a:solidFill>
            <a:srgbClr val="0E3384"/>
          </a:solidFill>
          <a:latin typeface="Times New Roman" pitchFamily="18" charset="0"/>
          <a:ea typeface="華康特粗明體" pitchFamily="49" charset="-120"/>
        </a:defRPr>
      </a:lvl3pPr>
      <a:lvl4pPr algn="ctr" rtl="0" eaLnBrk="0" fontAlgn="base" hangingPunct="0">
        <a:spcBef>
          <a:spcPct val="0"/>
        </a:spcBef>
        <a:spcAft>
          <a:spcPct val="0"/>
        </a:spcAft>
        <a:defRPr kumimoji="1" sz="3200">
          <a:solidFill>
            <a:srgbClr val="0E3384"/>
          </a:solidFill>
          <a:latin typeface="Times New Roman" pitchFamily="18" charset="0"/>
          <a:ea typeface="華康特粗明體" pitchFamily="49" charset="-120"/>
        </a:defRPr>
      </a:lvl4pPr>
      <a:lvl5pPr algn="ctr" rtl="0" eaLnBrk="0" fontAlgn="base" hangingPunct="0">
        <a:spcBef>
          <a:spcPct val="0"/>
        </a:spcBef>
        <a:spcAft>
          <a:spcPct val="0"/>
        </a:spcAft>
        <a:defRPr kumimoji="1" sz="3200">
          <a:solidFill>
            <a:srgbClr val="0E3384"/>
          </a:solidFill>
          <a:latin typeface="Times New Roman" pitchFamily="18" charset="0"/>
          <a:ea typeface="華康特粗明體" pitchFamily="49" charset="-120"/>
        </a:defRPr>
      </a:lvl5pPr>
      <a:lvl6pPr marL="457200" algn="ctr" rtl="0" eaLnBrk="0" fontAlgn="base" hangingPunct="0">
        <a:spcBef>
          <a:spcPct val="0"/>
        </a:spcBef>
        <a:spcAft>
          <a:spcPct val="0"/>
        </a:spcAft>
        <a:defRPr kumimoji="1" sz="3200">
          <a:solidFill>
            <a:srgbClr val="0E3384"/>
          </a:solidFill>
          <a:latin typeface="Times New Roman" pitchFamily="18" charset="0"/>
          <a:ea typeface="華康特粗明體" pitchFamily="49" charset="-120"/>
        </a:defRPr>
      </a:lvl6pPr>
      <a:lvl7pPr marL="914400" algn="ctr" rtl="0" eaLnBrk="0" fontAlgn="base" hangingPunct="0">
        <a:spcBef>
          <a:spcPct val="0"/>
        </a:spcBef>
        <a:spcAft>
          <a:spcPct val="0"/>
        </a:spcAft>
        <a:defRPr kumimoji="1" sz="3200">
          <a:solidFill>
            <a:srgbClr val="0E3384"/>
          </a:solidFill>
          <a:latin typeface="Times New Roman" pitchFamily="18" charset="0"/>
          <a:ea typeface="華康特粗明體" pitchFamily="49" charset="-120"/>
        </a:defRPr>
      </a:lvl7pPr>
      <a:lvl8pPr marL="1371600" algn="ctr" rtl="0" eaLnBrk="0" fontAlgn="base" hangingPunct="0">
        <a:spcBef>
          <a:spcPct val="0"/>
        </a:spcBef>
        <a:spcAft>
          <a:spcPct val="0"/>
        </a:spcAft>
        <a:defRPr kumimoji="1" sz="3200">
          <a:solidFill>
            <a:srgbClr val="0E3384"/>
          </a:solidFill>
          <a:latin typeface="Times New Roman" pitchFamily="18" charset="0"/>
          <a:ea typeface="華康特粗明體" pitchFamily="49" charset="-120"/>
        </a:defRPr>
      </a:lvl8pPr>
      <a:lvl9pPr marL="1828800" algn="ctr" rtl="0" eaLnBrk="0" fontAlgn="base" hangingPunct="0">
        <a:spcBef>
          <a:spcPct val="0"/>
        </a:spcBef>
        <a:spcAft>
          <a:spcPct val="0"/>
        </a:spcAft>
        <a:defRPr kumimoji="1" sz="3200">
          <a:solidFill>
            <a:srgbClr val="0E3384"/>
          </a:solidFill>
          <a:latin typeface="Times New Roman" pitchFamily="18" charset="0"/>
          <a:ea typeface="華康特粗明體" pitchFamily="49" charset="-120"/>
        </a:defRPr>
      </a:lvl9pPr>
    </p:titleStyle>
    <p:bodyStyle>
      <a:lvl1pPr marL="342900" indent="-342900" algn="just" rtl="0" eaLnBrk="0" fontAlgn="base" hangingPunct="0">
        <a:lnSpc>
          <a:spcPct val="120000"/>
        </a:lnSpc>
        <a:spcBef>
          <a:spcPct val="20000"/>
        </a:spcBef>
        <a:spcAft>
          <a:spcPct val="0"/>
        </a:spcAft>
        <a:buFont typeface="Wingdings" pitchFamily="2" charset="2"/>
        <a:buChar char="q"/>
        <a:defRPr kumimoji="1" sz="2200">
          <a:solidFill>
            <a:schemeClr val="bg2"/>
          </a:solidFill>
          <a:latin typeface="+mn-lt"/>
          <a:ea typeface="+mn-ea"/>
          <a:cs typeface="+mn-cs"/>
        </a:defRPr>
      </a:lvl1pPr>
      <a:lvl2pPr marL="742950" indent="-285750" algn="just" rtl="0" eaLnBrk="0" fontAlgn="base" hangingPunct="0">
        <a:lnSpc>
          <a:spcPct val="120000"/>
        </a:lnSpc>
        <a:spcBef>
          <a:spcPct val="20000"/>
        </a:spcBef>
        <a:spcAft>
          <a:spcPct val="0"/>
        </a:spcAft>
        <a:buFont typeface="Wingdings" pitchFamily="2" charset="2"/>
        <a:buChar char="l"/>
        <a:defRPr kumimoji="1" sz="2200">
          <a:solidFill>
            <a:schemeClr val="bg2"/>
          </a:solidFill>
          <a:latin typeface="+mn-lt"/>
          <a:ea typeface="+mn-ea"/>
        </a:defRPr>
      </a:lvl2pPr>
      <a:lvl3pPr marL="1143000" indent="-228600" algn="just" rtl="0" eaLnBrk="0" fontAlgn="base" hangingPunct="0">
        <a:lnSpc>
          <a:spcPct val="120000"/>
        </a:lnSpc>
        <a:spcBef>
          <a:spcPct val="20000"/>
        </a:spcBef>
        <a:spcAft>
          <a:spcPct val="0"/>
        </a:spcAft>
        <a:buChar char="–"/>
        <a:defRPr kumimoji="1" sz="2200">
          <a:solidFill>
            <a:schemeClr val="bg2"/>
          </a:solidFill>
          <a:latin typeface="+mn-lt"/>
          <a:ea typeface="+mn-ea"/>
        </a:defRPr>
      </a:lvl3pPr>
      <a:lvl4pPr marL="1600200" indent="-228600" algn="just" rtl="0" eaLnBrk="0" fontAlgn="base" hangingPunct="0">
        <a:lnSpc>
          <a:spcPct val="120000"/>
        </a:lnSpc>
        <a:spcBef>
          <a:spcPct val="20000"/>
        </a:spcBef>
        <a:spcAft>
          <a:spcPct val="0"/>
        </a:spcAft>
        <a:buFont typeface="Wingdings" pitchFamily="2" charset="2"/>
        <a:buChar char="§"/>
        <a:defRPr kumimoji="1" sz="2200">
          <a:solidFill>
            <a:schemeClr val="bg2"/>
          </a:solidFill>
          <a:latin typeface="+mn-lt"/>
          <a:ea typeface="+mn-ea"/>
        </a:defRPr>
      </a:lvl4pPr>
      <a:lvl5pPr marL="2057400" indent="-228600" algn="just" rtl="0" eaLnBrk="0" fontAlgn="base" hangingPunct="0">
        <a:lnSpc>
          <a:spcPct val="120000"/>
        </a:lnSpc>
        <a:spcBef>
          <a:spcPct val="20000"/>
        </a:spcBef>
        <a:spcAft>
          <a:spcPct val="0"/>
        </a:spcAft>
        <a:buChar char="•"/>
        <a:defRPr kumimoji="1" sz="2200">
          <a:solidFill>
            <a:schemeClr val="bg2"/>
          </a:solidFill>
          <a:latin typeface="+mn-lt"/>
          <a:ea typeface="+mn-ea"/>
        </a:defRPr>
      </a:lvl5pPr>
      <a:lvl6pPr marL="2514600" indent="-228600" algn="just" rtl="0" eaLnBrk="0" fontAlgn="base" hangingPunct="0">
        <a:lnSpc>
          <a:spcPct val="120000"/>
        </a:lnSpc>
        <a:spcBef>
          <a:spcPct val="20000"/>
        </a:spcBef>
        <a:spcAft>
          <a:spcPct val="0"/>
        </a:spcAft>
        <a:buChar char="•"/>
        <a:defRPr kumimoji="1" sz="2200">
          <a:solidFill>
            <a:schemeClr val="bg2"/>
          </a:solidFill>
          <a:latin typeface="+mn-lt"/>
          <a:ea typeface="+mn-ea"/>
        </a:defRPr>
      </a:lvl6pPr>
      <a:lvl7pPr marL="2971800" indent="-228600" algn="just" rtl="0" eaLnBrk="0" fontAlgn="base" hangingPunct="0">
        <a:lnSpc>
          <a:spcPct val="120000"/>
        </a:lnSpc>
        <a:spcBef>
          <a:spcPct val="20000"/>
        </a:spcBef>
        <a:spcAft>
          <a:spcPct val="0"/>
        </a:spcAft>
        <a:buChar char="•"/>
        <a:defRPr kumimoji="1" sz="2200">
          <a:solidFill>
            <a:schemeClr val="bg2"/>
          </a:solidFill>
          <a:latin typeface="+mn-lt"/>
          <a:ea typeface="+mn-ea"/>
        </a:defRPr>
      </a:lvl7pPr>
      <a:lvl8pPr marL="3429000" indent="-228600" algn="just" rtl="0" eaLnBrk="0" fontAlgn="base" hangingPunct="0">
        <a:lnSpc>
          <a:spcPct val="120000"/>
        </a:lnSpc>
        <a:spcBef>
          <a:spcPct val="20000"/>
        </a:spcBef>
        <a:spcAft>
          <a:spcPct val="0"/>
        </a:spcAft>
        <a:buChar char="•"/>
        <a:defRPr kumimoji="1" sz="2200">
          <a:solidFill>
            <a:schemeClr val="bg2"/>
          </a:solidFill>
          <a:latin typeface="+mn-lt"/>
          <a:ea typeface="+mn-ea"/>
        </a:defRPr>
      </a:lvl8pPr>
      <a:lvl9pPr marL="3886200" indent="-228600" algn="just" rtl="0" eaLnBrk="0" fontAlgn="base" hangingPunct="0">
        <a:lnSpc>
          <a:spcPct val="120000"/>
        </a:lnSpc>
        <a:spcBef>
          <a:spcPct val="20000"/>
        </a:spcBef>
        <a:spcAft>
          <a:spcPct val="0"/>
        </a:spcAft>
        <a:buChar char="•"/>
        <a:defRPr kumimoji="1" sz="2200">
          <a:solidFill>
            <a:schemeClr val="bg2"/>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dpi="0" rotWithShape="0">
          <a:blip r:embed="rId14"/>
          <a:srcRect/>
          <a:stretch>
            <a:fillRect/>
          </a:stretch>
        </a:blip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bwMode="auto">
          <a:xfrm>
            <a:off x="1079500" y="449263"/>
            <a:ext cx="7377113" cy="900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2075" tIns="46038" rIns="92075" bIns="46038" numCol="1" anchor="ctr" anchorCtr="0" compatLnSpc="1">
            <a:prstTxWarp prst="textNoShape">
              <a:avLst/>
            </a:prstTxWarp>
          </a:bodyPr>
          <a:lstStyle/>
          <a:p>
            <a:pPr lvl="0"/>
            <a:r>
              <a:rPr lang="zh-TW" altLang="en-US" smtClean="0"/>
              <a:t>按一下以編輯母片標題樣式</a:t>
            </a:r>
          </a:p>
        </p:txBody>
      </p:sp>
      <p:sp>
        <p:nvSpPr>
          <p:cNvPr id="4099" name="Rectangle 3"/>
          <p:cNvSpPr>
            <a:spLocks noGrp="1" noChangeArrowheads="1"/>
          </p:cNvSpPr>
          <p:nvPr>
            <p:ph type="body" idx="1"/>
          </p:nvPr>
        </p:nvSpPr>
        <p:spPr bwMode="auto">
          <a:xfrm>
            <a:off x="719138" y="1438275"/>
            <a:ext cx="8097837" cy="4857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2075" tIns="46038" rIns="92075" bIns="46038" numCol="1" anchor="t" anchorCtr="0" compatLnSpc="1">
            <a:prstTxWarp prst="textNoShape">
              <a:avLst/>
            </a:prstTxWarp>
          </a:bodyPr>
          <a:lstStyle/>
          <a:p>
            <a:pPr lvl="0"/>
            <a:r>
              <a:rPr lang="zh-TW" altLang="en-US" smtClean="0"/>
              <a:t>按一下以編輯母片本文樣式</a:t>
            </a:r>
          </a:p>
          <a:p>
            <a:pPr lvl="1"/>
            <a:r>
              <a:rPr lang="zh-TW" altLang="en-US" smtClean="0"/>
              <a:t>第二階層</a:t>
            </a:r>
          </a:p>
          <a:p>
            <a:pPr lvl="2"/>
            <a:r>
              <a:rPr lang="zh-TW" altLang="en-US" smtClean="0"/>
              <a:t>第三階層</a:t>
            </a:r>
          </a:p>
          <a:p>
            <a:pPr lvl="3"/>
            <a:r>
              <a:rPr lang="zh-TW" altLang="en-US" smtClean="0"/>
              <a:t>第四階層</a:t>
            </a:r>
          </a:p>
          <a:p>
            <a:pPr lvl="4"/>
            <a:r>
              <a:rPr lang="zh-TW" altLang="en-US" smtClean="0"/>
              <a:t>第五階層</a:t>
            </a:r>
          </a:p>
        </p:txBody>
      </p:sp>
      <p:pic>
        <p:nvPicPr>
          <p:cNvPr id="4100" name="Picture 4" descr="資訊科技_bg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443038" y="1349375"/>
            <a:ext cx="6651625" cy="10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01" name="Text Box 5"/>
          <p:cNvSpPr txBox="1">
            <a:spLocks noChangeArrowheads="1"/>
          </p:cNvSpPr>
          <p:nvPr userDrawn="1"/>
        </p:nvSpPr>
        <p:spPr bwMode="auto">
          <a:xfrm>
            <a:off x="250825" y="0"/>
            <a:ext cx="4468813"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rIns="0" anchor="ctr"/>
          <a:lstStyle>
            <a:lvl1pPr>
              <a:defRPr kumimoji="1" sz="2400">
                <a:solidFill>
                  <a:schemeClr val="tx1"/>
                </a:solidFill>
                <a:latin typeface="Times New Roman" pitchFamily="18" charset="0"/>
                <a:ea typeface="新細明體" pitchFamily="18" charset="-120"/>
              </a:defRPr>
            </a:lvl1pPr>
            <a:lvl2pPr marL="742950" indent="-285750">
              <a:defRPr kumimoji="1" sz="2400">
                <a:solidFill>
                  <a:schemeClr val="tx1"/>
                </a:solidFill>
                <a:latin typeface="Times New Roman" pitchFamily="18" charset="0"/>
                <a:ea typeface="新細明體" pitchFamily="18" charset="-120"/>
              </a:defRPr>
            </a:lvl2pPr>
            <a:lvl3pPr marL="1143000" indent="-228600">
              <a:defRPr kumimoji="1" sz="2400">
                <a:solidFill>
                  <a:schemeClr val="tx1"/>
                </a:solidFill>
                <a:latin typeface="Times New Roman" pitchFamily="18" charset="0"/>
                <a:ea typeface="新細明體" pitchFamily="18" charset="-120"/>
              </a:defRPr>
            </a:lvl3pPr>
            <a:lvl4pPr marL="1600200" indent="-228600">
              <a:defRPr kumimoji="1" sz="2400">
                <a:solidFill>
                  <a:schemeClr val="tx1"/>
                </a:solidFill>
                <a:latin typeface="Times New Roman" pitchFamily="18" charset="0"/>
                <a:ea typeface="新細明體" pitchFamily="18" charset="-120"/>
              </a:defRPr>
            </a:lvl4pPr>
            <a:lvl5pPr marL="2057400" indent="-228600">
              <a:defRPr kumimoji="1"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imes New Roman" pitchFamily="18" charset="0"/>
                <a:ea typeface="新細明體" pitchFamily="18" charset="-120"/>
              </a:defRPr>
            </a:lvl9pPr>
          </a:lstStyle>
          <a:p>
            <a:r>
              <a:rPr lang="zh-TW" altLang="en-US" sz="1600">
                <a:latin typeface="Arial" charset="0"/>
              </a:rPr>
              <a:t>系統分析與設計</a:t>
            </a:r>
            <a:r>
              <a:rPr lang="zh-TW" altLang="en-US" sz="1200">
                <a:latin typeface="Arial" charset="0"/>
              </a:rPr>
              <a:t>理論與實務應用(七版)   吳仁和、林信惠 著</a:t>
            </a:r>
          </a:p>
        </p:txBody>
      </p:sp>
      <p:sp>
        <p:nvSpPr>
          <p:cNvPr id="4102" name="Text Box 4"/>
          <p:cNvSpPr txBox="1">
            <a:spLocks noChangeArrowheads="1"/>
          </p:cNvSpPr>
          <p:nvPr userDrawn="1"/>
        </p:nvSpPr>
        <p:spPr bwMode="auto">
          <a:xfrm>
            <a:off x="6011863" y="0"/>
            <a:ext cx="2879725"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lgn="ctr">
                <a:solidFill>
                  <a:srgbClr val="000000"/>
                </a:solidFill>
                <a:miter lim="800000"/>
                <a:headEnd/>
                <a:tailEnd/>
              </a14:hiddenLine>
            </a:ext>
          </a:extLst>
        </p:spPr>
        <p:txBody>
          <a:bodyPr anchor="ctr"/>
          <a:lstStyle>
            <a:lvl1pPr>
              <a:defRPr kumimoji="1" sz="2400">
                <a:solidFill>
                  <a:schemeClr val="tx1"/>
                </a:solidFill>
                <a:latin typeface="Times New Roman" pitchFamily="18" charset="0"/>
                <a:ea typeface="新細明體" pitchFamily="18" charset="-120"/>
              </a:defRPr>
            </a:lvl1pPr>
            <a:lvl2pPr marL="742950" indent="-285750">
              <a:defRPr kumimoji="1" sz="2400">
                <a:solidFill>
                  <a:schemeClr val="tx1"/>
                </a:solidFill>
                <a:latin typeface="Times New Roman" pitchFamily="18" charset="0"/>
                <a:ea typeface="新細明體" pitchFamily="18" charset="-120"/>
              </a:defRPr>
            </a:lvl2pPr>
            <a:lvl3pPr marL="1143000" indent="-228600">
              <a:defRPr kumimoji="1" sz="2400">
                <a:solidFill>
                  <a:schemeClr val="tx1"/>
                </a:solidFill>
                <a:latin typeface="Times New Roman" pitchFamily="18" charset="0"/>
                <a:ea typeface="新細明體" pitchFamily="18" charset="-120"/>
              </a:defRPr>
            </a:lvl3pPr>
            <a:lvl4pPr marL="1600200" indent="-228600">
              <a:defRPr kumimoji="1" sz="2400">
                <a:solidFill>
                  <a:schemeClr val="tx1"/>
                </a:solidFill>
                <a:latin typeface="Times New Roman" pitchFamily="18" charset="0"/>
                <a:ea typeface="新細明體" pitchFamily="18" charset="-120"/>
              </a:defRPr>
            </a:lvl4pPr>
            <a:lvl5pPr marL="2057400" indent="-228600">
              <a:defRPr kumimoji="1"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imes New Roman" pitchFamily="18" charset="0"/>
                <a:ea typeface="新細明體" pitchFamily="18" charset="-120"/>
              </a:defRPr>
            </a:lvl9pPr>
          </a:lstStyle>
          <a:p>
            <a:pPr algn="r"/>
            <a:r>
              <a:rPr lang="en-US" altLang="zh-TW" sz="1400">
                <a:ea typeface="華康特粗明體" pitchFamily="49" charset="-120"/>
              </a:rPr>
              <a:t>ISBN 9789575113094</a:t>
            </a:r>
          </a:p>
        </p:txBody>
      </p:sp>
    </p:spTree>
  </p:cSld>
  <p:clrMap bg1="dk2" tx1="lt1" bg2="dk1" tx2="lt2" accent1="accent1" accent2="accent2" accent3="accent3" accent4="accent4" accent5="accent5" accent6="accent6" hlink="hlink" folHlink="folHlink"/>
  <p:sldLayoutIdLst>
    <p:sldLayoutId id="2147483873" r:id="rId1"/>
    <p:sldLayoutId id="2147483862" r:id="rId2"/>
    <p:sldLayoutId id="2147483863" r:id="rId3"/>
    <p:sldLayoutId id="2147483864" r:id="rId4"/>
    <p:sldLayoutId id="2147483865" r:id="rId5"/>
    <p:sldLayoutId id="2147483866" r:id="rId6"/>
    <p:sldLayoutId id="2147483867" r:id="rId7"/>
    <p:sldLayoutId id="2147483868" r:id="rId8"/>
    <p:sldLayoutId id="2147483869" r:id="rId9"/>
    <p:sldLayoutId id="2147483870" r:id="rId10"/>
    <p:sldLayoutId id="2147483871" r:id="rId11"/>
    <p:sldLayoutId id="2147483872" r:id="rId12"/>
  </p:sldLayoutIdLst>
  <p:transition spd="med">
    <p:random/>
  </p:transition>
  <p:txStyles>
    <p:titleStyle>
      <a:lvl1pPr algn="ctr" rtl="0" eaLnBrk="0" fontAlgn="base" hangingPunct="0">
        <a:spcBef>
          <a:spcPct val="0"/>
        </a:spcBef>
        <a:spcAft>
          <a:spcPct val="0"/>
        </a:spcAft>
        <a:defRPr kumimoji="1" sz="3200">
          <a:solidFill>
            <a:srgbClr val="0E3384"/>
          </a:solidFill>
          <a:latin typeface="+mj-lt"/>
          <a:ea typeface="+mj-ea"/>
          <a:cs typeface="+mj-cs"/>
        </a:defRPr>
      </a:lvl1pPr>
      <a:lvl2pPr algn="ctr" rtl="0" eaLnBrk="0" fontAlgn="base" hangingPunct="0">
        <a:spcBef>
          <a:spcPct val="0"/>
        </a:spcBef>
        <a:spcAft>
          <a:spcPct val="0"/>
        </a:spcAft>
        <a:defRPr kumimoji="1" sz="3200">
          <a:solidFill>
            <a:srgbClr val="0E3384"/>
          </a:solidFill>
          <a:latin typeface="Times New Roman" pitchFamily="18" charset="0"/>
          <a:ea typeface="華康特粗明體" pitchFamily="49" charset="-120"/>
        </a:defRPr>
      </a:lvl2pPr>
      <a:lvl3pPr algn="ctr" rtl="0" eaLnBrk="0" fontAlgn="base" hangingPunct="0">
        <a:spcBef>
          <a:spcPct val="0"/>
        </a:spcBef>
        <a:spcAft>
          <a:spcPct val="0"/>
        </a:spcAft>
        <a:defRPr kumimoji="1" sz="3200">
          <a:solidFill>
            <a:srgbClr val="0E3384"/>
          </a:solidFill>
          <a:latin typeface="Times New Roman" pitchFamily="18" charset="0"/>
          <a:ea typeface="華康特粗明體" pitchFamily="49" charset="-120"/>
        </a:defRPr>
      </a:lvl3pPr>
      <a:lvl4pPr algn="ctr" rtl="0" eaLnBrk="0" fontAlgn="base" hangingPunct="0">
        <a:spcBef>
          <a:spcPct val="0"/>
        </a:spcBef>
        <a:spcAft>
          <a:spcPct val="0"/>
        </a:spcAft>
        <a:defRPr kumimoji="1" sz="3200">
          <a:solidFill>
            <a:srgbClr val="0E3384"/>
          </a:solidFill>
          <a:latin typeface="Times New Roman" pitchFamily="18" charset="0"/>
          <a:ea typeface="華康特粗明體" pitchFamily="49" charset="-120"/>
        </a:defRPr>
      </a:lvl4pPr>
      <a:lvl5pPr algn="ctr" rtl="0" eaLnBrk="0" fontAlgn="base" hangingPunct="0">
        <a:spcBef>
          <a:spcPct val="0"/>
        </a:spcBef>
        <a:spcAft>
          <a:spcPct val="0"/>
        </a:spcAft>
        <a:defRPr kumimoji="1" sz="3200">
          <a:solidFill>
            <a:srgbClr val="0E3384"/>
          </a:solidFill>
          <a:latin typeface="Times New Roman" pitchFamily="18" charset="0"/>
          <a:ea typeface="華康特粗明體" pitchFamily="49" charset="-120"/>
        </a:defRPr>
      </a:lvl5pPr>
      <a:lvl6pPr marL="457200" algn="ctr" rtl="0" fontAlgn="base" hangingPunct="0">
        <a:spcBef>
          <a:spcPct val="0"/>
        </a:spcBef>
        <a:spcAft>
          <a:spcPct val="0"/>
        </a:spcAft>
        <a:defRPr kumimoji="1" sz="3200">
          <a:solidFill>
            <a:srgbClr val="0E3384"/>
          </a:solidFill>
          <a:latin typeface="Times New Roman" pitchFamily="18" charset="0"/>
          <a:ea typeface="華康特粗明體" pitchFamily="49" charset="-120"/>
        </a:defRPr>
      </a:lvl6pPr>
      <a:lvl7pPr marL="914400" algn="ctr" rtl="0" fontAlgn="base" hangingPunct="0">
        <a:spcBef>
          <a:spcPct val="0"/>
        </a:spcBef>
        <a:spcAft>
          <a:spcPct val="0"/>
        </a:spcAft>
        <a:defRPr kumimoji="1" sz="3200">
          <a:solidFill>
            <a:srgbClr val="0E3384"/>
          </a:solidFill>
          <a:latin typeface="Times New Roman" pitchFamily="18" charset="0"/>
          <a:ea typeface="華康特粗明體" pitchFamily="49" charset="-120"/>
        </a:defRPr>
      </a:lvl7pPr>
      <a:lvl8pPr marL="1371600" algn="ctr" rtl="0" fontAlgn="base" hangingPunct="0">
        <a:spcBef>
          <a:spcPct val="0"/>
        </a:spcBef>
        <a:spcAft>
          <a:spcPct val="0"/>
        </a:spcAft>
        <a:defRPr kumimoji="1" sz="3200">
          <a:solidFill>
            <a:srgbClr val="0E3384"/>
          </a:solidFill>
          <a:latin typeface="Times New Roman" pitchFamily="18" charset="0"/>
          <a:ea typeface="華康特粗明體" pitchFamily="49" charset="-120"/>
        </a:defRPr>
      </a:lvl8pPr>
      <a:lvl9pPr marL="1828800" algn="ctr" rtl="0" fontAlgn="base" hangingPunct="0">
        <a:spcBef>
          <a:spcPct val="0"/>
        </a:spcBef>
        <a:spcAft>
          <a:spcPct val="0"/>
        </a:spcAft>
        <a:defRPr kumimoji="1" sz="3200">
          <a:solidFill>
            <a:srgbClr val="0E3384"/>
          </a:solidFill>
          <a:latin typeface="Times New Roman" pitchFamily="18" charset="0"/>
          <a:ea typeface="華康特粗明體" pitchFamily="49" charset="-120"/>
        </a:defRPr>
      </a:lvl9pPr>
    </p:titleStyle>
    <p:bodyStyle>
      <a:lvl1pPr marL="342900" indent="-342900" algn="just" rtl="0" eaLnBrk="0" fontAlgn="base" hangingPunct="0">
        <a:lnSpc>
          <a:spcPct val="120000"/>
        </a:lnSpc>
        <a:spcBef>
          <a:spcPct val="20000"/>
        </a:spcBef>
        <a:spcAft>
          <a:spcPct val="0"/>
        </a:spcAft>
        <a:buFont typeface="Wingdings" pitchFamily="2" charset="2"/>
        <a:buChar char="q"/>
        <a:defRPr kumimoji="1" sz="2200">
          <a:solidFill>
            <a:schemeClr val="bg2"/>
          </a:solidFill>
          <a:latin typeface="+mn-lt"/>
          <a:ea typeface="+mn-ea"/>
          <a:cs typeface="+mn-cs"/>
        </a:defRPr>
      </a:lvl1pPr>
      <a:lvl2pPr marL="742950" indent="-285750" algn="just" rtl="0" eaLnBrk="0" fontAlgn="base" hangingPunct="0">
        <a:lnSpc>
          <a:spcPct val="120000"/>
        </a:lnSpc>
        <a:spcBef>
          <a:spcPct val="20000"/>
        </a:spcBef>
        <a:spcAft>
          <a:spcPct val="0"/>
        </a:spcAft>
        <a:buFont typeface="Wingdings" pitchFamily="2" charset="2"/>
        <a:buChar char="l"/>
        <a:defRPr kumimoji="1" sz="2200">
          <a:solidFill>
            <a:schemeClr val="bg2"/>
          </a:solidFill>
          <a:latin typeface="+mn-lt"/>
          <a:ea typeface="+mn-ea"/>
        </a:defRPr>
      </a:lvl2pPr>
      <a:lvl3pPr marL="1143000" indent="-228600" algn="just" rtl="0" eaLnBrk="0" fontAlgn="base" hangingPunct="0">
        <a:lnSpc>
          <a:spcPct val="120000"/>
        </a:lnSpc>
        <a:spcBef>
          <a:spcPct val="20000"/>
        </a:spcBef>
        <a:spcAft>
          <a:spcPct val="0"/>
        </a:spcAft>
        <a:buChar char="–"/>
        <a:defRPr kumimoji="1" sz="2200">
          <a:solidFill>
            <a:schemeClr val="bg2"/>
          </a:solidFill>
          <a:latin typeface="+mn-lt"/>
          <a:ea typeface="+mn-ea"/>
        </a:defRPr>
      </a:lvl3pPr>
      <a:lvl4pPr marL="1600200" indent="-228600" algn="just" rtl="0" eaLnBrk="0" fontAlgn="base" hangingPunct="0">
        <a:lnSpc>
          <a:spcPct val="120000"/>
        </a:lnSpc>
        <a:spcBef>
          <a:spcPct val="20000"/>
        </a:spcBef>
        <a:spcAft>
          <a:spcPct val="0"/>
        </a:spcAft>
        <a:buFont typeface="Wingdings" pitchFamily="2" charset="2"/>
        <a:buChar char="§"/>
        <a:defRPr kumimoji="1" sz="2200">
          <a:solidFill>
            <a:schemeClr val="bg2"/>
          </a:solidFill>
          <a:latin typeface="+mn-lt"/>
          <a:ea typeface="+mn-ea"/>
        </a:defRPr>
      </a:lvl4pPr>
      <a:lvl5pPr marL="2057400" indent="-228600" algn="just" rtl="0" eaLnBrk="0" fontAlgn="base" hangingPunct="0">
        <a:lnSpc>
          <a:spcPct val="120000"/>
        </a:lnSpc>
        <a:spcBef>
          <a:spcPct val="20000"/>
        </a:spcBef>
        <a:spcAft>
          <a:spcPct val="0"/>
        </a:spcAft>
        <a:buChar char="•"/>
        <a:defRPr kumimoji="1" sz="2200">
          <a:solidFill>
            <a:schemeClr val="bg2"/>
          </a:solidFill>
          <a:latin typeface="+mn-lt"/>
          <a:ea typeface="+mn-ea"/>
        </a:defRPr>
      </a:lvl5pPr>
      <a:lvl6pPr marL="2514600" indent="-228600" algn="just" rtl="0" fontAlgn="base" hangingPunct="0">
        <a:lnSpc>
          <a:spcPct val="120000"/>
        </a:lnSpc>
        <a:spcBef>
          <a:spcPct val="20000"/>
        </a:spcBef>
        <a:spcAft>
          <a:spcPct val="0"/>
        </a:spcAft>
        <a:buChar char="•"/>
        <a:defRPr kumimoji="1" sz="2200">
          <a:solidFill>
            <a:schemeClr val="bg2"/>
          </a:solidFill>
          <a:latin typeface="+mn-lt"/>
          <a:ea typeface="+mn-ea"/>
        </a:defRPr>
      </a:lvl6pPr>
      <a:lvl7pPr marL="2971800" indent="-228600" algn="just" rtl="0" fontAlgn="base" hangingPunct="0">
        <a:lnSpc>
          <a:spcPct val="120000"/>
        </a:lnSpc>
        <a:spcBef>
          <a:spcPct val="20000"/>
        </a:spcBef>
        <a:spcAft>
          <a:spcPct val="0"/>
        </a:spcAft>
        <a:buChar char="•"/>
        <a:defRPr kumimoji="1" sz="2200">
          <a:solidFill>
            <a:schemeClr val="bg2"/>
          </a:solidFill>
          <a:latin typeface="+mn-lt"/>
          <a:ea typeface="+mn-ea"/>
        </a:defRPr>
      </a:lvl7pPr>
      <a:lvl8pPr marL="3429000" indent="-228600" algn="just" rtl="0" fontAlgn="base" hangingPunct="0">
        <a:lnSpc>
          <a:spcPct val="120000"/>
        </a:lnSpc>
        <a:spcBef>
          <a:spcPct val="20000"/>
        </a:spcBef>
        <a:spcAft>
          <a:spcPct val="0"/>
        </a:spcAft>
        <a:buChar char="•"/>
        <a:defRPr kumimoji="1" sz="2200">
          <a:solidFill>
            <a:schemeClr val="bg2"/>
          </a:solidFill>
          <a:latin typeface="+mn-lt"/>
          <a:ea typeface="+mn-ea"/>
        </a:defRPr>
      </a:lvl8pPr>
      <a:lvl9pPr marL="3886200" indent="-228600" algn="just" rtl="0" fontAlgn="base" hangingPunct="0">
        <a:lnSpc>
          <a:spcPct val="120000"/>
        </a:lnSpc>
        <a:spcBef>
          <a:spcPct val="20000"/>
        </a:spcBef>
        <a:spcAft>
          <a:spcPct val="0"/>
        </a:spcAft>
        <a:buChar char="•"/>
        <a:defRPr kumimoji="1" sz="2200">
          <a:solidFill>
            <a:schemeClr val="bg2"/>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5.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45.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5.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45.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45.xml"/></Relationships>
</file>

<file path=ppt/slides/_rels/slide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45.xml"/></Relationships>
</file>

<file path=ppt/slides/_rels/slide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45.xml"/></Relationships>
</file>

<file path=ppt/slides/_rels/slide1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3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45.xml"/></Relationships>
</file>

<file path=ppt/slides/_rels/slide1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45.xml"/></Relationships>
</file>

<file path=ppt/slides/_rels/slide1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35.xml"/></Relationships>
</file>

<file path=ppt/slides/_rels/slide1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35.xml"/></Relationships>
</file>

<file path=ppt/slides/_rels/slide1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45.xml"/></Relationships>
</file>

<file path=ppt/slides/_rels/slide1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4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0.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35.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5.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35.xml"/></Relationships>
</file>

<file path=ppt/slides/_rels/slide2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35.xml"/></Relationships>
</file>

<file path=ppt/slides/_rels/slide24.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35.xml"/></Relationships>
</file>

<file path=ppt/slides/_rels/slide25.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Layout" Target="../slideLayouts/slideLayout35.xml"/></Relationships>
</file>

<file path=ppt/slides/_rels/slide26.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Layout" Target="../slideLayouts/slideLayout35.xml"/></Relationships>
</file>

<file path=ppt/slides/_rels/slide27.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slideLayout" Target="../slideLayouts/slideLayout35.xml"/></Relationships>
</file>

<file path=ppt/slides/_rels/slide28.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35.xml"/></Relationships>
</file>

<file path=ppt/slides/_rels/slide29.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jpeg"/><Relationship Id="rId1" Type="http://schemas.openxmlformats.org/officeDocument/2006/relationships/slideLayout" Target="../slideLayouts/slideLayout35.xml"/></Relationships>
</file>

<file path=ppt/slides/_rels/slide30.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35.xml"/></Relationships>
</file>

<file path=ppt/slides/_rels/slide31.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35.xml"/></Relationships>
</file>

<file path=ppt/slides/_rels/slide32.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35.xml"/></Relationships>
</file>

<file path=ppt/slides/_rels/slide33.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35.xml"/></Relationships>
</file>

<file path=ppt/slides/_rels/slide34.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35.xml"/></Relationships>
</file>

<file path=ppt/slides/_rels/slide35.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35.xml"/></Relationships>
</file>

<file path=ppt/slides/_rels/slide3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35.xml"/></Relationships>
</file>

<file path=ppt/slides/_rels/slide37.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35.xml"/></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35.xml"/><Relationship Id="rId1" Type="http://schemas.openxmlformats.org/officeDocument/2006/relationships/vmlDrawing" Target="../drawings/vmlDrawing1.vml"/><Relationship Id="rId4" Type="http://schemas.openxmlformats.org/officeDocument/2006/relationships/image" Target="../media/image40.wmf"/></Relationships>
</file>

<file path=ppt/slides/_rels/slide39.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35.xml"/></Relationships>
</file>

<file path=ppt/slides/_rels/slide40.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35.xml"/></Relationships>
</file>

<file path=ppt/slides/_rels/slide41.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35.xml"/></Relationships>
</file>

<file path=ppt/slides/_rels/slide42.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35.xml"/></Relationships>
</file>

<file path=ppt/slides/_rels/slide4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6"/>
          <p:cNvSpPr>
            <a:spLocks noGrp="1" noChangeArrowheads="1"/>
          </p:cNvSpPr>
          <p:nvPr>
            <p:ph type="ctrTitle"/>
          </p:nvPr>
        </p:nvSpPr>
        <p:spPr/>
        <p:txBody>
          <a:bodyPr/>
          <a:lstStyle/>
          <a:p>
            <a:pPr eaLnBrk="1"/>
            <a:r>
              <a:rPr lang="zh-TW" altLang="en-US" smtClean="0"/>
              <a:t>第五章 結構化分析與設計</a:t>
            </a:r>
            <a:r>
              <a:rPr lang="en-US" altLang="zh-TW" smtClean="0"/>
              <a:t>—</a:t>
            </a:r>
            <a:r>
              <a:rPr lang="zh-TW" altLang="en-US" smtClean="0"/>
              <a:t>流程塑模</a:t>
            </a:r>
          </a:p>
        </p:txBody>
      </p:sp>
    </p:spTree>
  </p:cSld>
  <p:clrMapOvr>
    <a:masterClrMapping/>
  </p:clrMapOvr>
  <p:transition spd="med">
    <p:rand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8"/>
          <p:cNvSpPr>
            <a:spLocks noGrp="1" noChangeArrowheads="1"/>
          </p:cNvSpPr>
          <p:nvPr>
            <p:ph type="body" idx="1"/>
          </p:nvPr>
        </p:nvSpPr>
        <p:spPr/>
        <p:txBody>
          <a:bodyPr/>
          <a:lstStyle/>
          <a:p>
            <a:pPr eaLnBrk="1">
              <a:buFont typeface="Wingdings" pitchFamily="2" charset="2"/>
              <a:buNone/>
            </a:pPr>
            <a:r>
              <a:rPr lang="zh-TW" altLang="en-US" smtClean="0"/>
              <a:t>學習目標</a:t>
            </a:r>
          </a:p>
          <a:p>
            <a:pPr eaLnBrk="1">
              <a:buFont typeface="Wingdings" pitchFamily="2" charset="2"/>
              <a:buNone/>
            </a:pPr>
            <a:r>
              <a:rPr lang="en-US" altLang="zh-TW" smtClean="0"/>
              <a:t>5.1 </a:t>
            </a:r>
            <a:r>
              <a:rPr lang="zh-TW" altLang="en-US" smtClean="0"/>
              <a:t>導論</a:t>
            </a:r>
          </a:p>
          <a:p>
            <a:pPr eaLnBrk="1">
              <a:buFont typeface="Wingdings" pitchFamily="2" charset="2"/>
              <a:buNone/>
            </a:pPr>
            <a:r>
              <a:rPr lang="en-US" altLang="zh-TW" smtClean="0"/>
              <a:t>5.2 </a:t>
            </a:r>
            <a:r>
              <a:rPr lang="zh-TW" altLang="en-US" smtClean="0"/>
              <a:t>結構化分析與設計評估準則</a:t>
            </a:r>
          </a:p>
          <a:p>
            <a:pPr eaLnBrk="1">
              <a:buFont typeface="Wingdings" pitchFamily="2" charset="2"/>
              <a:buNone/>
            </a:pPr>
            <a:r>
              <a:rPr lang="en-US" altLang="zh-TW" smtClean="0"/>
              <a:t>5.3 </a:t>
            </a:r>
            <a:r>
              <a:rPr lang="zh-TW" altLang="en-US" smtClean="0"/>
              <a:t>資料流程圖</a:t>
            </a:r>
          </a:p>
          <a:p>
            <a:pPr eaLnBrk="1">
              <a:buFont typeface="Wingdings" pitchFamily="2" charset="2"/>
              <a:buNone/>
            </a:pPr>
            <a:r>
              <a:rPr lang="en-US" altLang="zh-TW" smtClean="0"/>
              <a:t>5.4 </a:t>
            </a:r>
            <a:r>
              <a:rPr lang="zh-TW" altLang="en-US" smtClean="0"/>
              <a:t>資料流程圖的評估</a:t>
            </a:r>
          </a:p>
          <a:p>
            <a:pPr eaLnBrk="1">
              <a:buFont typeface="Wingdings" pitchFamily="2" charset="2"/>
              <a:buNone/>
            </a:pPr>
            <a:r>
              <a:rPr lang="en-US" altLang="zh-TW" smtClean="0"/>
              <a:t>5.5 </a:t>
            </a:r>
            <a:r>
              <a:rPr lang="zh-TW" altLang="en-US" smtClean="0"/>
              <a:t>資料流程圖轉結構圖與模組設計</a:t>
            </a:r>
          </a:p>
          <a:p>
            <a:pPr eaLnBrk="1">
              <a:buFont typeface="Wingdings" pitchFamily="2" charset="2"/>
              <a:buNone/>
            </a:pPr>
            <a:r>
              <a:rPr lang="en-US" altLang="zh-TW" smtClean="0"/>
              <a:t>5.6 </a:t>
            </a:r>
            <a:r>
              <a:rPr lang="zh-TW" altLang="en-US" smtClean="0"/>
              <a:t>結論 </a:t>
            </a:r>
          </a:p>
        </p:txBody>
      </p:sp>
      <p:sp>
        <p:nvSpPr>
          <p:cNvPr id="7171" name="Rectangle 9"/>
          <p:cNvSpPr>
            <a:spLocks noGrp="1" noChangeArrowheads="1"/>
          </p:cNvSpPr>
          <p:nvPr>
            <p:ph type="title"/>
          </p:nvPr>
        </p:nvSpPr>
        <p:spPr/>
        <p:txBody>
          <a:bodyPr/>
          <a:lstStyle/>
          <a:p>
            <a:pPr eaLnBrk="1"/>
            <a:r>
              <a:rPr lang="zh-TW" altLang="en-US" smtClean="0"/>
              <a:t>內容大綱</a:t>
            </a:r>
          </a:p>
        </p:txBody>
      </p:sp>
    </p:spTree>
  </p:cSld>
  <p:clrMapOvr>
    <a:masterClrMapping/>
  </p:clrMapOvr>
  <p:transition spd="med">
    <p:rand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3"/>
          <p:cNvSpPr>
            <a:spLocks noGrp="1" noChangeArrowheads="1"/>
          </p:cNvSpPr>
          <p:nvPr>
            <p:ph idx="4294967295"/>
          </p:nvPr>
        </p:nvSpPr>
        <p:spPr/>
        <p:txBody>
          <a:bodyPr lIns="91440" tIns="45720" rIns="91440" bIns="45720"/>
          <a:lstStyle/>
          <a:p>
            <a:pPr eaLnBrk="1">
              <a:buFontTx/>
              <a:buNone/>
            </a:pPr>
            <a:r>
              <a:rPr lang="zh-TW" altLang="en-US" smtClean="0"/>
              <a:t>詳讀本章，你至少能瞭解：</a:t>
            </a:r>
          </a:p>
          <a:p>
            <a:pPr eaLnBrk="1"/>
            <a:r>
              <a:rPr lang="zh-TW" altLang="en-US" sz="2000" smtClean="0"/>
              <a:t>系統分析與設計之評估準則。</a:t>
            </a:r>
          </a:p>
          <a:p>
            <a:pPr eaLnBrk="1"/>
            <a:r>
              <a:rPr lang="zh-TW" altLang="en-US" sz="2000" smtClean="0"/>
              <a:t>資料流程圖建構策略與指南。</a:t>
            </a:r>
          </a:p>
          <a:p>
            <a:pPr eaLnBrk="1"/>
            <a:r>
              <a:rPr lang="zh-TW" altLang="en-US" sz="2000" smtClean="0"/>
              <a:t>如何描述處理規格。</a:t>
            </a:r>
          </a:p>
          <a:p>
            <a:pPr eaLnBrk="1"/>
            <a:r>
              <a:rPr lang="zh-TW" altLang="en-US" sz="2000" smtClean="0"/>
              <a:t>如何將資料流程圖轉成結構圖模組設計。</a:t>
            </a:r>
          </a:p>
        </p:txBody>
      </p:sp>
      <p:sp>
        <p:nvSpPr>
          <p:cNvPr id="8195" name="Rectangle 7"/>
          <p:cNvSpPr>
            <a:spLocks noGrp="1" noChangeArrowheads="1"/>
          </p:cNvSpPr>
          <p:nvPr>
            <p:ph type="title"/>
          </p:nvPr>
        </p:nvSpPr>
        <p:spPr/>
        <p:txBody>
          <a:bodyPr/>
          <a:lstStyle/>
          <a:p>
            <a:pPr eaLnBrk="1"/>
            <a:r>
              <a:rPr lang="zh-TW" altLang="en-US" smtClean="0"/>
              <a:t>學習目標</a:t>
            </a:r>
          </a:p>
        </p:txBody>
      </p:sp>
    </p:spTree>
  </p:cSld>
  <p:clrMapOvr>
    <a:masterClrMapping/>
  </p:clrMapOvr>
  <p:transition spd="med">
    <p:rand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0"/>
          <p:cNvSpPr>
            <a:spLocks noGrp="1" noChangeArrowheads="1"/>
          </p:cNvSpPr>
          <p:nvPr>
            <p:ph type="title"/>
          </p:nvPr>
        </p:nvSpPr>
        <p:spPr/>
        <p:txBody>
          <a:bodyPr/>
          <a:lstStyle/>
          <a:p>
            <a:pPr eaLnBrk="1"/>
            <a:r>
              <a:rPr lang="en-US" altLang="zh-TW" smtClean="0"/>
              <a:t>5.2.1 </a:t>
            </a:r>
            <a:r>
              <a:rPr lang="zh-TW" altLang="en-US" smtClean="0"/>
              <a:t>內聚力</a:t>
            </a:r>
            <a:r>
              <a:rPr lang="en-US" altLang="zh-TW" smtClean="0"/>
              <a:t>(c.2)</a:t>
            </a:r>
          </a:p>
        </p:txBody>
      </p:sp>
      <p:sp>
        <p:nvSpPr>
          <p:cNvPr id="12291" name="Rectangle 9"/>
          <p:cNvSpPr>
            <a:spLocks noGrp="1" noChangeArrowheads="1"/>
          </p:cNvSpPr>
          <p:nvPr>
            <p:ph type="body" sz="half" idx="1"/>
          </p:nvPr>
        </p:nvSpPr>
        <p:spPr/>
        <p:txBody>
          <a:bodyPr/>
          <a:lstStyle/>
          <a:p>
            <a:pPr eaLnBrk="1"/>
            <a:r>
              <a:rPr lang="zh-TW" altLang="en-US" sz="2000" smtClean="0"/>
              <a:t>功能內聚力</a:t>
            </a:r>
          </a:p>
          <a:p>
            <a:pPr lvl="1" eaLnBrk="1"/>
            <a:r>
              <a:rPr lang="zh-TW" altLang="zh-TW" sz="2000" smtClean="0"/>
              <a:t>指的是當一個模組只做一件事情，即具有唯一功能，是功能型的內聚力</a:t>
            </a:r>
            <a:r>
              <a:rPr lang="zh-TW" altLang="en-US" sz="2000" smtClean="0"/>
              <a:t>。</a:t>
            </a:r>
          </a:p>
        </p:txBody>
      </p:sp>
      <p:pic>
        <p:nvPicPr>
          <p:cNvPr id="12292" name="Picture 13" descr="z-vb157d-f5-1"/>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l="11816" t="36272" r="5501" b="14946"/>
          <a:stretch>
            <a:fillRect/>
          </a:stretch>
        </p:blipFill>
        <p:spPr>
          <a:xfrm>
            <a:off x="1258888" y="3213100"/>
            <a:ext cx="6842125" cy="1422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random/>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0"/>
          <p:cNvSpPr>
            <a:spLocks noGrp="1" noChangeArrowheads="1"/>
          </p:cNvSpPr>
          <p:nvPr>
            <p:ph type="title"/>
          </p:nvPr>
        </p:nvSpPr>
        <p:spPr/>
        <p:txBody>
          <a:bodyPr/>
          <a:lstStyle/>
          <a:p>
            <a:pPr eaLnBrk="1"/>
            <a:r>
              <a:rPr lang="en-US" altLang="zh-TW" smtClean="0"/>
              <a:t>5.2.1 </a:t>
            </a:r>
            <a:r>
              <a:rPr lang="zh-TW" altLang="en-US" smtClean="0"/>
              <a:t>內聚力</a:t>
            </a:r>
            <a:r>
              <a:rPr lang="en-US" altLang="zh-TW" smtClean="0"/>
              <a:t>(c.3)</a:t>
            </a:r>
          </a:p>
        </p:txBody>
      </p:sp>
      <p:sp>
        <p:nvSpPr>
          <p:cNvPr id="13315" name="Rectangle 21"/>
          <p:cNvSpPr>
            <a:spLocks noGrp="1" noChangeArrowheads="1"/>
          </p:cNvSpPr>
          <p:nvPr>
            <p:ph type="body" sz="half" idx="1"/>
          </p:nvPr>
        </p:nvSpPr>
        <p:spPr/>
        <p:txBody>
          <a:bodyPr/>
          <a:lstStyle/>
          <a:p>
            <a:pPr eaLnBrk="1"/>
            <a:r>
              <a:rPr lang="zh-TW" altLang="en-US" sz="2000" smtClean="0"/>
              <a:t>順序內聚力</a:t>
            </a:r>
          </a:p>
          <a:p>
            <a:pPr lvl="1" eaLnBrk="1"/>
            <a:r>
              <a:rPr lang="zh-TW" altLang="zh-TW" sz="2000" smtClean="0"/>
              <a:t>是指模組內具有多個功能或處理多件事情，且一項功能的輸出立即成為下一個功能的輸入，也就是共用相同的資料</a:t>
            </a:r>
            <a:r>
              <a:rPr lang="zh-TW" altLang="en-US" sz="2000" smtClean="0"/>
              <a:t>。 </a:t>
            </a:r>
          </a:p>
          <a:p>
            <a:pPr eaLnBrk="1"/>
            <a:endParaRPr lang="zh-TW" altLang="en-US" sz="2000" smtClean="0"/>
          </a:p>
        </p:txBody>
      </p:sp>
      <p:pic>
        <p:nvPicPr>
          <p:cNvPr id="13316" name="Picture 23" descr="z-vb157d-f5-2"/>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l="7729" t="33400" r="5344" b="8902"/>
          <a:stretch>
            <a:fillRect/>
          </a:stretch>
        </p:blipFill>
        <p:spPr>
          <a:xfrm>
            <a:off x="971550" y="2997200"/>
            <a:ext cx="7848600" cy="16573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rand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10"/>
          <p:cNvSpPr>
            <a:spLocks noGrp="1" noChangeArrowheads="1"/>
          </p:cNvSpPr>
          <p:nvPr>
            <p:ph type="title"/>
          </p:nvPr>
        </p:nvSpPr>
        <p:spPr/>
        <p:txBody>
          <a:bodyPr/>
          <a:lstStyle/>
          <a:p>
            <a:pPr eaLnBrk="1"/>
            <a:r>
              <a:rPr lang="en-US" altLang="zh-TW" smtClean="0"/>
              <a:t>5.2.1 </a:t>
            </a:r>
            <a:r>
              <a:rPr lang="zh-TW" altLang="en-US" smtClean="0"/>
              <a:t>內聚力</a:t>
            </a:r>
            <a:r>
              <a:rPr lang="en-US" altLang="zh-TW" smtClean="0"/>
              <a:t>(c.4)</a:t>
            </a:r>
          </a:p>
        </p:txBody>
      </p:sp>
      <p:sp>
        <p:nvSpPr>
          <p:cNvPr id="14339" name="Rectangle 11"/>
          <p:cNvSpPr>
            <a:spLocks noGrp="1" noChangeArrowheads="1"/>
          </p:cNvSpPr>
          <p:nvPr>
            <p:ph type="body" sz="half" idx="1"/>
          </p:nvPr>
        </p:nvSpPr>
        <p:spPr/>
        <p:txBody>
          <a:bodyPr/>
          <a:lstStyle/>
          <a:p>
            <a:pPr eaLnBrk="1"/>
            <a:r>
              <a:rPr lang="zh-TW" altLang="en-US" sz="2000" smtClean="0"/>
              <a:t>溝通內聚力</a:t>
            </a:r>
          </a:p>
          <a:p>
            <a:pPr lvl="1" eaLnBrk="1"/>
            <a:r>
              <a:rPr lang="zh-TW" altLang="zh-TW" sz="2000" smtClean="0"/>
              <a:t>是指模組內具有多個功能或處理多件事情，且這些功能使用相同的資料（輸入），但它們的執行順序沒有相關性</a:t>
            </a:r>
            <a:r>
              <a:rPr lang="zh-TW" altLang="en-US" sz="2000" smtClean="0"/>
              <a:t>。</a:t>
            </a:r>
          </a:p>
          <a:p>
            <a:pPr eaLnBrk="1"/>
            <a:endParaRPr lang="zh-TW" altLang="en-US" sz="2000" smtClean="0"/>
          </a:p>
        </p:txBody>
      </p:sp>
      <p:pic>
        <p:nvPicPr>
          <p:cNvPr id="14340" name="Picture 13" descr="z-vb157d-f5-3"/>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l="15964" t="19647" r="12444" b="6644"/>
          <a:stretch>
            <a:fillRect/>
          </a:stretch>
        </p:blipFill>
        <p:spPr>
          <a:xfrm>
            <a:off x="1619250" y="2997200"/>
            <a:ext cx="6480175" cy="28654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rand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11"/>
          <p:cNvSpPr>
            <a:spLocks noGrp="1" noChangeArrowheads="1"/>
          </p:cNvSpPr>
          <p:nvPr>
            <p:ph type="body" sz="half" idx="1"/>
          </p:nvPr>
        </p:nvSpPr>
        <p:spPr/>
        <p:txBody>
          <a:bodyPr/>
          <a:lstStyle/>
          <a:p>
            <a:pPr eaLnBrk="1"/>
            <a:r>
              <a:rPr lang="zh-TW" altLang="en-US" sz="2000" smtClean="0"/>
              <a:t>暫時內聚力</a:t>
            </a:r>
          </a:p>
          <a:p>
            <a:pPr lvl="1" eaLnBrk="1"/>
            <a:r>
              <a:rPr lang="zh-TW" altLang="zh-TW" sz="2000" smtClean="0"/>
              <a:t>模組內具有多個功能或處理多件事情，但是這些功能僅僅在時序上有所關聯，也就是必須在同一時間內執行完成</a:t>
            </a:r>
            <a:r>
              <a:rPr lang="zh-TW" altLang="en-US" sz="2000" smtClean="0"/>
              <a:t>。 </a:t>
            </a:r>
          </a:p>
          <a:p>
            <a:pPr eaLnBrk="1"/>
            <a:endParaRPr lang="zh-TW" altLang="en-US" sz="2000" smtClean="0"/>
          </a:p>
        </p:txBody>
      </p:sp>
      <p:sp>
        <p:nvSpPr>
          <p:cNvPr id="15363" name="Rectangle 1026"/>
          <p:cNvSpPr>
            <a:spLocks noChangeArrowheads="1"/>
          </p:cNvSpPr>
          <p:nvPr/>
        </p:nvSpPr>
        <p:spPr bwMode="auto">
          <a:xfrm>
            <a:off x="0" y="-211138"/>
            <a:ext cx="184150" cy="422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just">
              <a:lnSpc>
                <a:spcPct val="120000"/>
              </a:lnSpc>
              <a:spcBef>
                <a:spcPct val="20000"/>
              </a:spcBef>
              <a:buFont typeface="Wingdings" pitchFamily="2" charset="2"/>
              <a:buChar char="q"/>
              <a:defRPr kumimoji="1" sz="22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buChar char="l"/>
              <a:defRPr kumimoji="1" sz="2200">
                <a:solidFill>
                  <a:schemeClr val="bg2"/>
                </a:solidFill>
                <a:latin typeface="Times New Roman" pitchFamily="18" charset="0"/>
                <a:ea typeface="新細明體" pitchFamily="18" charset="-120"/>
              </a:defRPr>
            </a:lvl2pPr>
            <a:lvl3pPr marL="1143000" indent="-228600" algn="just">
              <a:lnSpc>
                <a:spcPct val="120000"/>
              </a:lnSpc>
              <a:spcBef>
                <a:spcPct val="20000"/>
              </a:spcBef>
              <a:buChar char="–"/>
              <a:defRPr kumimoji="1" sz="22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buChar char="§"/>
              <a:defRPr kumimoji="1" sz="2200">
                <a:solidFill>
                  <a:schemeClr val="bg2"/>
                </a:solidFill>
                <a:latin typeface="Times New Roman" pitchFamily="18" charset="0"/>
                <a:ea typeface="新細明體" pitchFamily="18" charset="-120"/>
              </a:defRPr>
            </a:lvl4pPr>
            <a:lvl5pPr marL="2057400" indent="-228600" algn="just">
              <a:lnSpc>
                <a:spcPct val="120000"/>
              </a:lnSpc>
              <a:spcBef>
                <a:spcPct val="20000"/>
              </a:spcBef>
              <a:buChar char="•"/>
              <a:defRPr kumimoji="1" sz="2200">
                <a:solidFill>
                  <a:schemeClr val="bg2"/>
                </a:solidFill>
                <a:latin typeface="Times New Roman" pitchFamily="18" charset="0"/>
                <a:ea typeface="新細明體" pitchFamily="18" charset="-120"/>
              </a:defRPr>
            </a:lvl5pPr>
            <a:lvl6pPr marL="25146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6pPr>
            <a:lvl7pPr marL="29718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7pPr>
            <a:lvl8pPr marL="34290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8pPr>
            <a:lvl9pPr marL="38862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9pPr>
          </a:lstStyle>
          <a:p>
            <a:pPr eaLnBrk="1" hangingPunct="1">
              <a:spcBef>
                <a:spcPct val="0"/>
              </a:spcBef>
              <a:buFontTx/>
              <a:buNone/>
            </a:pPr>
            <a:endParaRPr lang="zh-TW" altLang="en-US" sz="1800">
              <a:solidFill>
                <a:schemeClr val="tx1"/>
              </a:solidFill>
            </a:endParaRPr>
          </a:p>
        </p:txBody>
      </p:sp>
      <p:pic>
        <p:nvPicPr>
          <p:cNvPr id="15364" name="Picture 13" descr="z-vb157d-f5-4"/>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l="46310" t="24022" r="10738"/>
          <a:stretch>
            <a:fillRect/>
          </a:stretch>
        </p:blipFill>
        <p:spPr>
          <a:xfrm>
            <a:off x="3276600" y="2924175"/>
            <a:ext cx="2660650" cy="32988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5" name="Rectangle 14"/>
          <p:cNvSpPr>
            <a:spLocks noGrp="1" noChangeArrowheads="1"/>
          </p:cNvSpPr>
          <p:nvPr>
            <p:ph type="title"/>
          </p:nvPr>
        </p:nvSpPr>
        <p:spPr/>
        <p:txBody>
          <a:bodyPr/>
          <a:lstStyle/>
          <a:p>
            <a:pPr eaLnBrk="1"/>
            <a:r>
              <a:rPr lang="en-US" altLang="zh-TW" smtClean="0"/>
              <a:t>5.2.1 </a:t>
            </a:r>
            <a:r>
              <a:rPr lang="zh-TW" altLang="en-US" smtClean="0"/>
              <a:t>內聚力</a:t>
            </a:r>
            <a:r>
              <a:rPr lang="en-US" altLang="zh-TW" smtClean="0"/>
              <a:t>(c.5)</a:t>
            </a:r>
          </a:p>
        </p:txBody>
      </p:sp>
    </p:spTree>
  </p:cSld>
  <p:clrMapOvr>
    <a:masterClrMapping/>
  </p:clrMapOvr>
  <p:transition spd="med">
    <p:random/>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10"/>
          <p:cNvSpPr>
            <a:spLocks noGrp="1" noChangeArrowheads="1"/>
          </p:cNvSpPr>
          <p:nvPr>
            <p:ph type="body" sz="half" idx="1"/>
          </p:nvPr>
        </p:nvSpPr>
        <p:spPr/>
        <p:txBody>
          <a:bodyPr/>
          <a:lstStyle/>
          <a:p>
            <a:pPr eaLnBrk="1"/>
            <a:r>
              <a:rPr lang="zh-TW" altLang="en-US" sz="2000" smtClean="0"/>
              <a:t>程序內聚力</a:t>
            </a:r>
          </a:p>
          <a:p>
            <a:pPr lvl="1" eaLnBrk="1"/>
            <a:r>
              <a:rPr lang="zh-TW" altLang="zh-TW" sz="2000" smtClean="0"/>
              <a:t>是指模組內具有多個功能或處理多件事情，這些功能必須按照一定的順序來執行，但不共用資料，這些功能群集在一個模組內僅為了確保它們的執行順序</a:t>
            </a:r>
            <a:r>
              <a:rPr lang="zh-TW" altLang="en-US" sz="2000" smtClean="0"/>
              <a:t>。 </a:t>
            </a:r>
          </a:p>
          <a:p>
            <a:pPr eaLnBrk="1"/>
            <a:endParaRPr lang="zh-TW" altLang="en-US" sz="2000" smtClean="0"/>
          </a:p>
        </p:txBody>
      </p:sp>
      <p:pic>
        <p:nvPicPr>
          <p:cNvPr id="16387" name="Picture 12" descr="z-vb157d-t5-5"/>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t="32901"/>
          <a:stretch>
            <a:fillRect/>
          </a:stretch>
        </p:blipFill>
        <p:spPr>
          <a:xfrm>
            <a:off x="1116013" y="3357563"/>
            <a:ext cx="7705725" cy="14525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8" name="Rectangle 13"/>
          <p:cNvSpPr>
            <a:spLocks noGrp="1" noChangeArrowheads="1"/>
          </p:cNvSpPr>
          <p:nvPr>
            <p:ph type="title"/>
          </p:nvPr>
        </p:nvSpPr>
        <p:spPr/>
        <p:txBody>
          <a:bodyPr/>
          <a:lstStyle/>
          <a:p>
            <a:pPr eaLnBrk="1"/>
            <a:r>
              <a:rPr lang="en-US" altLang="zh-TW" smtClean="0"/>
              <a:t>5.2.1 </a:t>
            </a:r>
            <a:r>
              <a:rPr lang="zh-TW" altLang="en-US" smtClean="0"/>
              <a:t>內聚力</a:t>
            </a:r>
            <a:r>
              <a:rPr lang="en-US" altLang="zh-TW" smtClean="0"/>
              <a:t>(c.6)</a:t>
            </a:r>
          </a:p>
        </p:txBody>
      </p:sp>
    </p:spTree>
  </p:cSld>
  <p:clrMapOvr>
    <a:masterClrMapping/>
  </p:clrMapOvr>
  <p:transition spd="med">
    <p:random/>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11"/>
          <p:cNvSpPr>
            <a:spLocks noGrp="1" noChangeArrowheads="1"/>
          </p:cNvSpPr>
          <p:nvPr>
            <p:ph type="title"/>
          </p:nvPr>
        </p:nvSpPr>
        <p:spPr/>
        <p:txBody>
          <a:bodyPr/>
          <a:lstStyle/>
          <a:p>
            <a:pPr eaLnBrk="1"/>
            <a:r>
              <a:rPr lang="en-US" altLang="zh-TW" smtClean="0"/>
              <a:t>5.2.1 </a:t>
            </a:r>
            <a:r>
              <a:rPr lang="zh-TW" altLang="en-US" smtClean="0"/>
              <a:t>內聚力</a:t>
            </a:r>
            <a:r>
              <a:rPr lang="en-US" altLang="zh-TW" smtClean="0"/>
              <a:t>(c.7)</a:t>
            </a:r>
          </a:p>
        </p:txBody>
      </p:sp>
      <p:sp>
        <p:nvSpPr>
          <p:cNvPr id="17411" name="Rectangle 12"/>
          <p:cNvSpPr>
            <a:spLocks noGrp="1" noChangeArrowheads="1"/>
          </p:cNvSpPr>
          <p:nvPr>
            <p:ph type="body" sz="half" idx="1"/>
          </p:nvPr>
        </p:nvSpPr>
        <p:spPr/>
        <p:txBody>
          <a:bodyPr/>
          <a:lstStyle/>
          <a:p>
            <a:pPr eaLnBrk="1"/>
            <a:r>
              <a:rPr lang="zh-TW" altLang="en-US" sz="2000" smtClean="0"/>
              <a:t>邏輯內聚力</a:t>
            </a:r>
          </a:p>
          <a:p>
            <a:pPr lvl="1" eaLnBrk="1"/>
            <a:r>
              <a:rPr lang="zh-TW" altLang="zh-TW" sz="2000" smtClean="0"/>
              <a:t>是指模組內具有多個邏輯上相關聯的功能</a:t>
            </a:r>
            <a:r>
              <a:rPr lang="zh-TW" altLang="en-US" sz="2000" smtClean="0"/>
              <a:t>。 </a:t>
            </a:r>
          </a:p>
          <a:p>
            <a:pPr eaLnBrk="1"/>
            <a:endParaRPr lang="zh-TW" altLang="en-US" sz="2000" smtClean="0"/>
          </a:p>
        </p:txBody>
      </p:sp>
      <p:sp>
        <p:nvSpPr>
          <p:cNvPr id="17412" name="Rectangle 1026"/>
          <p:cNvSpPr>
            <a:spLocks noChangeArrowheads="1"/>
          </p:cNvSpPr>
          <p:nvPr/>
        </p:nvSpPr>
        <p:spPr bwMode="auto">
          <a:xfrm>
            <a:off x="0" y="-211138"/>
            <a:ext cx="184150" cy="422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just">
              <a:lnSpc>
                <a:spcPct val="120000"/>
              </a:lnSpc>
              <a:spcBef>
                <a:spcPct val="20000"/>
              </a:spcBef>
              <a:buFont typeface="Wingdings" pitchFamily="2" charset="2"/>
              <a:buChar char="q"/>
              <a:defRPr kumimoji="1" sz="22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buChar char="l"/>
              <a:defRPr kumimoji="1" sz="2200">
                <a:solidFill>
                  <a:schemeClr val="bg2"/>
                </a:solidFill>
                <a:latin typeface="Times New Roman" pitchFamily="18" charset="0"/>
                <a:ea typeface="新細明體" pitchFamily="18" charset="-120"/>
              </a:defRPr>
            </a:lvl2pPr>
            <a:lvl3pPr marL="1143000" indent="-228600" algn="just">
              <a:lnSpc>
                <a:spcPct val="120000"/>
              </a:lnSpc>
              <a:spcBef>
                <a:spcPct val="20000"/>
              </a:spcBef>
              <a:buChar char="–"/>
              <a:defRPr kumimoji="1" sz="22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buChar char="§"/>
              <a:defRPr kumimoji="1" sz="2200">
                <a:solidFill>
                  <a:schemeClr val="bg2"/>
                </a:solidFill>
                <a:latin typeface="Times New Roman" pitchFamily="18" charset="0"/>
                <a:ea typeface="新細明體" pitchFamily="18" charset="-120"/>
              </a:defRPr>
            </a:lvl4pPr>
            <a:lvl5pPr marL="2057400" indent="-228600" algn="just">
              <a:lnSpc>
                <a:spcPct val="120000"/>
              </a:lnSpc>
              <a:spcBef>
                <a:spcPct val="20000"/>
              </a:spcBef>
              <a:buChar char="•"/>
              <a:defRPr kumimoji="1" sz="2200">
                <a:solidFill>
                  <a:schemeClr val="bg2"/>
                </a:solidFill>
                <a:latin typeface="Times New Roman" pitchFamily="18" charset="0"/>
                <a:ea typeface="新細明體" pitchFamily="18" charset="-120"/>
              </a:defRPr>
            </a:lvl5pPr>
            <a:lvl6pPr marL="25146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6pPr>
            <a:lvl7pPr marL="29718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7pPr>
            <a:lvl8pPr marL="34290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8pPr>
            <a:lvl9pPr marL="38862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9pPr>
          </a:lstStyle>
          <a:p>
            <a:pPr eaLnBrk="1" hangingPunct="1">
              <a:spcBef>
                <a:spcPct val="0"/>
              </a:spcBef>
              <a:buFontTx/>
              <a:buNone/>
            </a:pPr>
            <a:endParaRPr lang="zh-TW" altLang="en-US" sz="1800">
              <a:solidFill>
                <a:schemeClr val="tx1"/>
              </a:solidFill>
            </a:endParaRPr>
          </a:p>
        </p:txBody>
      </p:sp>
      <p:pic>
        <p:nvPicPr>
          <p:cNvPr id="17413" name="Picture 14" descr="z-vb157d-f5-6"/>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l="30122" t="21457"/>
          <a:stretch>
            <a:fillRect/>
          </a:stretch>
        </p:blipFill>
        <p:spPr>
          <a:xfrm>
            <a:off x="1763713" y="2492375"/>
            <a:ext cx="5976937" cy="36734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random/>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a:spLocks noGrp="1" noChangeArrowheads="1"/>
          </p:cNvSpPr>
          <p:nvPr>
            <p:ph type="body" sz="half" idx="1"/>
          </p:nvPr>
        </p:nvSpPr>
        <p:spPr/>
        <p:txBody>
          <a:bodyPr/>
          <a:lstStyle/>
          <a:p>
            <a:pPr eaLnBrk="1"/>
            <a:r>
              <a:rPr lang="zh-TW" altLang="en-US" sz="2000" smtClean="0"/>
              <a:t>偶發內聚力</a:t>
            </a:r>
          </a:p>
          <a:p>
            <a:pPr lvl="1" eaLnBrk="1"/>
            <a:r>
              <a:rPr lang="zh-TW" altLang="zh-TW" sz="2000" smtClean="0"/>
              <a:t>若一個模組內部需要執行好幾件工作，且每一件工作都不相干，則該模組具有偶發內聚力</a:t>
            </a:r>
            <a:r>
              <a:rPr lang="zh-TW" altLang="en-US" sz="2000" smtClean="0"/>
              <a:t>。</a:t>
            </a:r>
            <a:endParaRPr lang="en-US" altLang="zh-TW" sz="2000" smtClean="0"/>
          </a:p>
          <a:p>
            <a:pPr lvl="1" eaLnBrk="1"/>
            <a:r>
              <a:rPr lang="zh-TW" altLang="zh-TW" sz="2000" smtClean="0"/>
              <a:t>在設計時，偶發內聚力應盡量避免</a:t>
            </a:r>
            <a:r>
              <a:rPr lang="zh-TW" altLang="en-US" sz="2000" smtClean="0"/>
              <a:t>。</a:t>
            </a:r>
          </a:p>
          <a:p>
            <a:pPr eaLnBrk="1"/>
            <a:endParaRPr lang="zh-TW" altLang="en-US" sz="2000" smtClean="0"/>
          </a:p>
        </p:txBody>
      </p:sp>
      <p:sp>
        <p:nvSpPr>
          <p:cNvPr id="18435" name="Rectangle 2"/>
          <p:cNvSpPr>
            <a:spLocks noChangeArrowheads="1"/>
          </p:cNvSpPr>
          <p:nvPr/>
        </p:nvSpPr>
        <p:spPr bwMode="auto">
          <a:xfrm>
            <a:off x="0" y="-211138"/>
            <a:ext cx="184150" cy="422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just">
              <a:lnSpc>
                <a:spcPct val="120000"/>
              </a:lnSpc>
              <a:spcBef>
                <a:spcPct val="20000"/>
              </a:spcBef>
              <a:buFont typeface="Wingdings" pitchFamily="2" charset="2"/>
              <a:buChar char="q"/>
              <a:defRPr kumimoji="1" sz="22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buChar char="l"/>
              <a:defRPr kumimoji="1" sz="2200">
                <a:solidFill>
                  <a:schemeClr val="bg2"/>
                </a:solidFill>
                <a:latin typeface="Times New Roman" pitchFamily="18" charset="0"/>
                <a:ea typeface="新細明體" pitchFamily="18" charset="-120"/>
              </a:defRPr>
            </a:lvl2pPr>
            <a:lvl3pPr marL="1143000" indent="-228600" algn="just">
              <a:lnSpc>
                <a:spcPct val="120000"/>
              </a:lnSpc>
              <a:spcBef>
                <a:spcPct val="20000"/>
              </a:spcBef>
              <a:buChar char="–"/>
              <a:defRPr kumimoji="1" sz="22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buChar char="§"/>
              <a:defRPr kumimoji="1" sz="2200">
                <a:solidFill>
                  <a:schemeClr val="bg2"/>
                </a:solidFill>
                <a:latin typeface="Times New Roman" pitchFamily="18" charset="0"/>
                <a:ea typeface="新細明體" pitchFamily="18" charset="-120"/>
              </a:defRPr>
            </a:lvl4pPr>
            <a:lvl5pPr marL="2057400" indent="-228600" algn="just">
              <a:lnSpc>
                <a:spcPct val="120000"/>
              </a:lnSpc>
              <a:spcBef>
                <a:spcPct val="20000"/>
              </a:spcBef>
              <a:buChar char="•"/>
              <a:defRPr kumimoji="1" sz="2200">
                <a:solidFill>
                  <a:schemeClr val="bg2"/>
                </a:solidFill>
                <a:latin typeface="Times New Roman" pitchFamily="18" charset="0"/>
                <a:ea typeface="新細明體" pitchFamily="18" charset="-120"/>
              </a:defRPr>
            </a:lvl5pPr>
            <a:lvl6pPr marL="25146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6pPr>
            <a:lvl7pPr marL="29718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7pPr>
            <a:lvl8pPr marL="34290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8pPr>
            <a:lvl9pPr marL="38862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9pPr>
          </a:lstStyle>
          <a:p>
            <a:pPr eaLnBrk="1" hangingPunct="1">
              <a:spcBef>
                <a:spcPct val="0"/>
              </a:spcBef>
              <a:buFontTx/>
              <a:buNone/>
            </a:pPr>
            <a:endParaRPr lang="zh-TW" altLang="en-US" sz="1800">
              <a:solidFill>
                <a:schemeClr val="tx1"/>
              </a:solidFill>
            </a:endParaRPr>
          </a:p>
        </p:txBody>
      </p:sp>
      <p:sp>
        <p:nvSpPr>
          <p:cNvPr id="18436" name="Rectangle 13"/>
          <p:cNvSpPr>
            <a:spLocks noGrp="1" noChangeArrowheads="1"/>
          </p:cNvSpPr>
          <p:nvPr>
            <p:ph type="title"/>
          </p:nvPr>
        </p:nvSpPr>
        <p:spPr/>
        <p:txBody>
          <a:bodyPr/>
          <a:lstStyle/>
          <a:p>
            <a:pPr eaLnBrk="1"/>
            <a:r>
              <a:rPr lang="en-US" altLang="zh-TW" smtClean="0"/>
              <a:t>5.2.1 </a:t>
            </a:r>
            <a:r>
              <a:rPr lang="zh-TW" altLang="en-US" smtClean="0"/>
              <a:t>內聚力</a:t>
            </a:r>
            <a:r>
              <a:rPr lang="en-US" altLang="zh-TW" smtClean="0"/>
              <a:t>(c.8)</a:t>
            </a:r>
          </a:p>
        </p:txBody>
      </p:sp>
      <p:pic>
        <p:nvPicPr>
          <p:cNvPr id="18437" name="Picture 14" descr="z-vb157d-f5-7"/>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l="50612" t="17949" r="2356" b="11673"/>
          <a:stretch>
            <a:fillRect/>
          </a:stretch>
        </p:blipFill>
        <p:spPr>
          <a:xfrm>
            <a:off x="3419475" y="3284538"/>
            <a:ext cx="2824163" cy="29527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random/>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5"/>
          <p:cNvSpPr>
            <a:spLocks noChangeArrowheads="1"/>
          </p:cNvSpPr>
          <p:nvPr/>
        </p:nvSpPr>
        <p:spPr bwMode="auto">
          <a:xfrm>
            <a:off x="2128838" y="611188"/>
            <a:ext cx="9144000"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lnSpc>
                <a:spcPct val="120000"/>
              </a:lnSpc>
              <a:spcBef>
                <a:spcPct val="20000"/>
              </a:spcBef>
              <a:buFont typeface="Wingdings" pitchFamily="2" charset="2"/>
              <a:buChar char="q"/>
              <a:defRPr kumimoji="1" sz="22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buChar char="l"/>
              <a:defRPr kumimoji="1" sz="2200">
                <a:solidFill>
                  <a:schemeClr val="bg2"/>
                </a:solidFill>
                <a:latin typeface="Times New Roman" pitchFamily="18" charset="0"/>
                <a:ea typeface="新細明體" pitchFamily="18" charset="-120"/>
              </a:defRPr>
            </a:lvl2pPr>
            <a:lvl3pPr marL="1143000" indent="-228600" algn="just">
              <a:lnSpc>
                <a:spcPct val="120000"/>
              </a:lnSpc>
              <a:spcBef>
                <a:spcPct val="20000"/>
              </a:spcBef>
              <a:buChar char="–"/>
              <a:defRPr kumimoji="1" sz="22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buChar char="§"/>
              <a:defRPr kumimoji="1" sz="2200">
                <a:solidFill>
                  <a:schemeClr val="bg2"/>
                </a:solidFill>
                <a:latin typeface="Times New Roman" pitchFamily="18" charset="0"/>
                <a:ea typeface="新細明體" pitchFamily="18" charset="-120"/>
              </a:defRPr>
            </a:lvl4pPr>
            <a:lvl5pPr marL="2057400" indent="-228600" algn="just">
              <a:lnSpc>
                <a:spcPct val="120000"/>
              </a:lnSpc>
              <a:spcBef>
                <a:spcPct val="20000"/>
              </a:spcBef>
              <a:buChar char="•"/>
              <a:defRPr kumimoji="1" sz="2200">
                <a:solidFill>
                  <a:schemeClr val="bg2"/>
                </a:solidFill>
                <a:latin typeface="Times New Roman" pitchFamily="18" charset="0"/>
                <a:ea typeface="新細明體" pitchFamily="18" charset="-120"/>
              </a:defRPr>
            </a:lvl5pPr>
            <a:lvl6pPr marL="25146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6pPr>
            <a:lvl7pPr marL="29718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7pPr>
            <a:lvl8pPr marL="34290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8pPr>
            <a:lvl9pPr marL="38862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9pPr>
          </a:lstStyle>
          <a:p>
            <a:pPr eaLnBrk="1" hangingPunct="1">
              <a:spcBef>
                <a:spcPct val="0"/>
              </a:spcBef>
              <a:buFontTx/>
              <a:buNone/>
            </a:pPr>
            <a:endParaRPr lang="zh-TW" altLang="en-US" sz="1800">
              <a:solidFill>
                <a:schemeClr val="tx1"/>
              </a:solidFill>
            </a:endParaRPr>
          </a:p>
        </p:txBody>
      </p:sp>
      <p:pic>
        <p:nvPicPr>
          <p:cNvPr id="19459" name="Picture 12" descr="z-vb157d-f5-8"/>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l="15358" t="12549" r="7849" b="3314"/>
          <a:stretch>
            <a:fillRect/>
          </a:stretch>
        </p:blipFill>
        <p:spPr>
          <a:xfrm>
            <a:off x="1835150" y="1700213"/>
            <a:ext cx="5329238" cy="43926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0" name="Rectangle 13"/>
          <p:cNvSpPr>
            <a:spLocks noGrp="1" noChangeArrowheads="1"/>
          </p:cNvSpPr>
          <p:nvPr>
            <p:ph type="title"/>
          </p:nvPr>
        </p:nvSpPr>
        <p:spPr/>
        <p:txBody>
          <a:bodyPr/>
          <a:lstStyle/>
          <a:p>
            <a:pPr eaLnBrk="1"/>
            <a:r>
              <a:rPr lang="zh-TW" altLang="en-US" smtClean="0"/>
              <a:t>圖</a:t>
            </a:r>
            <a:r>
              <a:rPr lang="en-US" altLang="zh-TW" smtClean="0"/>
              <a:t>5-8 </a:t>
            </a:r>
            <a:r>
              <a:rPr lang="zh-TW" altLang="en-US" smtClean="0"/>
              <a:t>判定模組內聚力之決策樹</a:t>
            </a:r>
          </a:p>
        </p:txBody>
      </p:sp>
    </p:spTree>
  </p:cSld>
  <p:clrMapOvr>
    <a:masterClrMapping/>
  </p:clrMapOvr>
  <p:transition spd="med">
    <p:rand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1"/>
          <p:cNvSpPr>
            <a:spLocks noGrp="1" noChangeArrowheads="1"/>
          </p:cNvSpPr>
          <p:nvPr>
            <p:ph type="title"/>
          </p:nvPr>
        </p:nvSpPr>
        <p:spPr/>
        <p:txBody>
          <a:bodyPr/>
          <a:lstStyle/>
          <a:p>
            <a:pPr eaLnBrk="1"/>
            <a:r>
              <a:rPr lang="zh-TW" altLang="en-US" smtClean="0"/>
              <a:t>表</a:t>
            </a:r>
            <a:r>
              <a:rPr lang="en-US" altLang="zh-TW" smtClean="0"/>
              <a:t>5-1 </a:t>
            </a:r>
            <a:r>
              <a:rPr lang="zh-TW" altLang="en-US" smtClean="0"/>
              <a:t>內聚力之評比因素與結果</a:t>
            </a:r>
            <a:endParaRPr lang="en-US" altLang="zh-TW" smtClean="0"/>
          </a:p>
        </p:txBody>
      </p:sp>
      <p:graphicFrame>
        <p:nvGraphicFramePr>
          <p:cNvPr id="28745" name="Group 73"/>
          <p:cNvGraphicFramePr>
            <a:graphicFrameLocks noGrp="1"/>
          </p:cNvGraphicFramePr>
          <p:nvPr>
            <p:ph idx="1"/>
          </p:nvPr>
        </p:nvGraphicFramePr>
        <p:xfrm>
          <a:off x="719138" y="1700213"/>
          <a:ext cx="8097837" cy="4465639"/>
        </p:xfrm>
        <a:graphic>
          <a:graphicData uri="http://schemas.openxmlformats.org/drawingml/2006/table">
            <a:tbl>
              <a:tblPr/>
              <a:tblGrid>
                <a:gridCol w="1238250"/>
                <a:gridCol w="1223962"/>
                <a:gridCol w="1493838"/>
                <a:gridCol w="1697037"/>
                <a:gridCol w="1093788"/>
                <a:gridCol w="1350962"/>
              </a:tblGrid>
              <a:tr h="768349">
                <a:tc>
                  <a:txBody>
                    <a:bodyPr/>
                    <a:lstStyle>
                      <a:lvl1pPr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2pPr>
                      <a:lvl3pPr marL="1143000" indent="-228600" algn="just">
                        <a:lnSpc>
                          <a:spcPct val="120000"/>
                        </a:lnSpc>
                        <a:spcBef>
                          <a:spcPct val="20000"/>
                        </a:spcBef>
                        <a:defRPr kumimoji="1" sz="20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4pPr>
                      <a:lvl5pPr marL="2057400" indent="-228600" algn="just">
                        <a:lnSpc>
                          <a:spcPct val="120000"/>
                        </a:lnSpc>
                        <a:spcBef>
                          <a:spcPct val="20000"/>
                        </a:spcBef>
                        <a:defRPr kumimoji="1" sz="2000">
                          <a:solidFill>
                            <a:schemeClr val="bg2"/>
                          </a:solidFill>
                          <a:latin typeface="Times New Roman" pitchFamily="18" charset="0"/>
                          <a:ea typeface="新細明體" pitchFamily="18" charset="-120"/>
                        </a:defRPr>
                      </a:lvl5pPr>
                      <a:lvl6pPr marL="25146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6pPr>
                      <a:lvl7pPr marL="29718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7pPr>
                      <a:lvl8pPr marL="34290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8pPr>
                      <a:lvl9pPr marL="38862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1" lang="zh-TW" altLang="en-US" sz="1800" b="1" i="0" u="none" strike="noStrike" cap="none" normalizeH="0" baseline="0" smtClean="0">
                          <a:ln>
                            <a:noFill/>
                          </a:ln>
                          <a:solidFill>
                            <a:srgbClr val="FFFFFF"/>
                          </a:solidFill>
                          <a:effectLst/>
                          <a:latin typeface="Times New Roman" pitchFamily="18" charset="0"/>
                          <a:ea typeface="新細明體" pitchFamily="18" charset="-120"/>
                        </a:rPr>
                        <a:t>內聚力種類</a:t>
                      </a:r>
                    </a:p>
                  </a:txBody>
                  <a:tcPr marL="91446" marR="91446" marT="45709" marB="45709" anchor="ctr" horzOverflow="overflow">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accent1"/>
                    </a:solidFill>
                  </a:tcPr>
                </a:tc>
                <a:tc>
                  <a:txBody>
                    <a:bodyPr/>
                    <a:lstStyle>
                      <a:lvl1pPr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2pPr>
                      <a:lvl3pPr marL="1143000" indent="-228600" algn="just">
                        <a:lnSpc>
                          <a:spcPct val="120000"/>
                        </a:lnSpc>
                        <a:spcBef>
                          <a:spcPct val="20000"/>
                        </a:spcBef>
                        <a:defRPr kumimoji="1" sz="20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4pPr>
                      <a:lvl5pPr marL="2057400" indent="-228600" algn="just">
                        <a:lnSpc>
                          <a:spcPct val="120000"/>
                        </a:lnSpc>
                        <a:spcBef>
                          <a:spcPct val="20000"/>
                        </a:spcBef>
                        <a:defRPr kumimoji="1" sz="2000">
                          <a:solidFill>
                            <a:schemeClr val="bg2"/>
                          </a:solidFill>
                          <a:latin typeface="Times New Roman" pitchFamily="18" charset="0"/>
                          <a:ea typeface="新細明體" pitchFamily="18" charset="-120"/>
                        </a:defRPr>
                      </a:lvl5pPr>
                      <a:lvl6pPr marL="25146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6pPr>
                      <a:lvl7pPr marL="29718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7pPr>
                      <a:lvl8pPr marL="34290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8pPr>
                      <a:lvl9pPr marL="38862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1" lang="zh-TW" altLang="en-US" sz="1800" b="1" i="0" u="none" strike="noStrike" cap="none" normalizeH="0" baseline="0" smtClean="0">
                          <a:ln>
                            <a:noFill/>
                          </a:ln>
                          <a:solidFill>
                            <a:srgbClr val="FFFFFF"/>
                          </a:solidFill>
                          <a:effectLst/>
                          <a:latin typeface="Times New Roman" pitchFamily="18" charset="0"/>
                          <a:ea typeface="新細明體" pitchFamily="18" charset="-120"/>
                        </a:rPr>
                        <a:t>耦合力情形</a:t>
                      </a:r>
                    </a:p>
                  </a:txBody>
                  <a:tcPr marL="91446" marR="91446" marT="45709" marB="45709" anchor="ctr" horzOverflow="overflow">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accent1"/>
                    </a:solidFill>
                  </a:tcPr>
                </a:tc>
                <a:tc>
                  <a:txBody>
                    <a:bodyPr/>
                    <a:lstStyle>
                      <a:lvl1pPr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2pPr>
                      <a:lvl3pPr marL="1143000" indent="-228600" algn="just">
                        <a:lnSpc>
                          <a:spcPct val="120000"/>
                        </a:lnSpc>
                        <a:spcBef>
                          <a:spcPct val="20000"/>
                        </a:spcBef>
                        <a:defRPr kumimoji="1" sz="20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4pPr>
                      <a:lvl5pPr marL="2057400" indent="-228600" algn="just">
                        <a:lnSpc>
                          <a:spcPct val="120000"/>
                        </a:lnSpc>
                        <a:spcBef>
                          <a:spcPct val="20000"/>
                        </a:spcBef>
                        <a:defRPr kumimoji="1" sz="2000">
                          <a:solidFill>
                            <a:schemeClr val="bg2"/>
                          </a:solidFill>
                          <a:latin typeface="Times New Roman" pitchFamily="18" charset="0"/>
                          <a:ea typeface="新細明體" pitchFamily="18" charset="-120"/>
                        </a:defRPr>
                      </a:lvl5pPr>
                      <a:lvl6pPr marL="25146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6pPr>
                      <a:lvl7pPr marL="29718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7pPr>
                      <a:lvl8pPr marL="34290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8pPr>
                      <a:lvl9pPr marL="38862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1" lang="zh-TW" altLang="en-US" sz="1800" b="1" i="0" u="none" strike="noStrike" cap="none" normalizeH="0" baseline="0" smtClean="0">
                          <a:ln>
                            <a:noFill/>
                          </a:ln>
                          <a:solidFill>
                            <a:srgbClr val="FFFFFF"/>
                          </a:solidFill>
                          <a:effectLst/>
                          <a:latin typeface="Times New Roman" pitchFamily="18" charset="0"/>
                          <a:ea typeface="新細明體" pitchFamily="18" charset="-120"/>
                        </a:rPr>
                        <a:t>模組撰寫</a:t>
                      </a:r>
                      <a:endParaRPr kumimoji="1" lang="en-US" altLang="zh-TW" sz="1800" b="1" i="0" u="none" strike="noStrike" cap="none" normalizeH="0" baseline="0" smtClean="0">
                        <a:ln>
                          <a:noFill/>
                        </a:ln>
                        <a:solidFill>
                          <a:srgbClr val="FFFFFF"/>
                        </a:solidFill>
                        <a:effectLst/>
                        <a:latin typeface="Times New Roman" pitchFamily="18" charset="0"/>
                        <a:ea typeface="新細明體" pitchFamily="18" charset="-120"/>
                      </a:endParaRPr>
                    </a:p>
                    <a:p>
                      <a:pPr marL="0" marR="0" lvl="0" indent="0" algn="ctr" defTabSz="914400" rtl="0" eaLnBrk="1" fontAlgn="base" latinLnBrk="0" hangingPunct="1">
                        <a:lnSpc>
                          <a:spcPct val="120000"/>
                        </a:lnSpc>
                        <a:spcBef>
                          <a:spcPct val="0"/>
                        </a:spcBef>
                        <a:spcAft>
                          <a:spcPct val="0"/>
                        </a:spcAft>
                        <a:buClrTx/>
                        <a:buSzTx/>
                        <a:buFontTx/>
                        <a:buNone/>
                        <a:tabLst/>
                      </a:pPr>
                      <a:r>
                        <a:rPr kumimoji="1" lang="zh-TW" altLang="en-US" sz="1800" b="1" i="0" u="none" strike="noStrike" cap="none" normalizeH="0" baseline="0" smtClean="0">
                          <a:ln>
                            <a:noFill/>
                          </a:ln>
                          <a:solidFill>
                            <a:srgbClr val="FFFFFF"/>
                          </a:solidFill>
                          <a:effectLst/>
                          <a:latin typeface="Times New Roman" pitchFamily="18" charset="0"/>
                          <a:ea typeface="新細明體" pitchFamily="18" charset="-120"/>
                        </a:rPr>
                        <a:t>難易</a:t>
                      </a:r>
                    </a:p>
                  </a:txBody>
                  <a:tcPr marL="91446" marR="91446" marT="45709" marB="45709" anchor="ctr" horzOverflow="overflow">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accent1"/>
                    </a:solidFill>
                  </a:tcPr>
                </a:tc>
                <a:tc>
                  <a:txBody>
                    <a:bodyPr/>
                    <a:lstStyle>
                      <a:lvl1pPr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2pPr>
                      <a:lvl3pPr marL="1143000" indent="-228600" algn="just">
                        <a:lnSpc>
                          <a:spcPct val="120000"/>
                        </a:lnSpc>
                        <a:spcBef>
                          <a:spcPct val="20000"/>
                        </a:spcBef>
                        <a:defRPr kumimoji="1" sz="20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4pPr>
                      <a:lvl5pPr marL="2057400" indent="-228600" algn="just">
                        <a:lnSpc>
                          <a:spcPct val="120000"/>
                        </a:lnSpc>
                        <a:spcBef>
                          <a:spcPct val="20000"/>
                        </a:spcBef>
                        <a:defRPr kumimoji="1" sz="2000">
                          <a:solidFill>
                            <a:schemeClr val="bg2"/>
                          </a:solidFill>
                          <a:latin typeface="Times New Roman" pitchFamily="18" charset="0"/>
                          <a:ea typeface="新細明體" pitchFamily="18" charset="-120"/>
                        </a:defRPr>
                      </a:lvl5pPr>
                      <a:lvl6pPr marL="25146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6pPr>
                      <a:lvl7pPr marL="29718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7pPr>
                      <a:lvl8pPr marL="34290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8pPr>
                      <a:lvl9pPr marL="38862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1" lang="zh-TW" altLang="en-US" sz="1800" b="1" i="0" u="none" strike="noStrike" cap="none" normalizeH="0" baseline="0" smtClean="0">
                          <a:ln>
                            <a:noFill/>
                          </a:ln>
                          <a:solidFill>
                            <a:srgbClr val="FFFFFF"/>
                          </a:solidFill>
                          <a:effectLst/>
                          <a:latin typeface="Times New Roman" pitchFamily="18" charset="0"/>
                          <a:ea typeface="新細明體" pitchFamily="18" charset="-120"/>
                        </a:rPr>
                        <a:t>與其他程式之共用性</a:t>
                      </a:r>
                    </a:p>
                  </a:txBody>
                  <a:tcPr marL="91446" marR="91446" marT="45709" marB="45709" anchor="ctr" horzOverflow="overflow">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accent1"/>
                    </a:solidFill>
                  </a:tcPr>
                </a:tc>
                <a:tc>
                  <a:txBody>
                    <a:bodyPr/>
                    <a:lstStyle>
                      <a:lvl1pPr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2pPr>
                      <a:lvl3pPr marL="1143000" indent="-228600" algn="just">
                        <a:lnSpc>
                          <a:spcPct val="120000"/>
                        </a:lnSpc>
                        <a:spcBef>
                          <a:spcPct val="20000"/>
                        </a:spcBef>
                        <a:defRPr kumimoji="1" sz="20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4pPr>
                      <a:lvl5pPr marL="2057400" indent="-228600" algn="just">
                        <a:lnSpc>
                          <a:spcPct val="120000"/>
                        </a:lnSpc>
                        <a:spcBef>
                          <a:spcPct val="20000"/>
                        </a:spcBef>
                        <a:defRPr kumimoji="1" sz="2000">
                          <a:solidFill>
                            <a:schemeClr val="bg2"/>
                          </a:solidFill>
                          <a:latin typeface="Times New Roman" pitchFamily="18" charset="0"/>
                          <a:ea typeface="新細明體" pitchFamily="18" charset="-120"/>
                        </a:defRPr>
                      </a:lvl5pPr>
                      <a:lvl6pPr marL="25146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6pPr>
                      <a:lvl7pPr marL="29718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7pPr>
                      <a:lvl8pPr marL="34290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8pPr>
                      <a:lvl9pPr marL="38862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1" lang="zh-TW" altLang="en-US" sz="1800" b="1" i="0" u="none" strike="noStrike" cap="none" normalizeH="0" baseline="0" smtClean="0">
                          <a:ln>
                            <a:noFill/>
                          </a:ln>
                          <a:solidFill>
                            <a:srgbClr val="FFFFFF"/>
                          </a:solidFill>
                          <a:effectLst/>
                          <a:latin typeface="Times New Roman" pitchFamily="18" charset="0"/>
                          <a:ea typeface="新細明體" pitchFamily="18" charset="-120"/>
                        </a:rPr>
                        <a:t>維護性</a:t>
                      </a:r>
                    </a:p>
                  </a:txBody>
                  <a:tcPr marL="91446" marR="91446" marT="45709" marB="45709" anchor="ctr" horzOverflow="overflow">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accent1"/>
                    </a:solidFill>
                  </a:tcPr>
                </a:tc>
                <a:tc>
                  <a:txBody>
                    <a:bodyPr/>
                    <a:lstStyle>
                      <a:lvl1pPr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2pPr>
                      <a:lvl3pPr marL="1143000" indent="-228600" algn="just">
                        <a:lnSpc>
                          <a:spcPct val="120000"/>
                        </a:lnSpc>
                        <a:spcBef>
                          <a:spcPct val="20000"/>
                        </a:spcBef>
                        <a:defRPr kumimoji="1" sz="20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4pPr>
                      <a:lvl5pPr marL="2057400" indent="-228600" algn="just">
                        <a:lnSpc>
                          <a:spcPct val="120000"/>
                        </a:lnSpc>
                        <a:spcBef>
                          <a:spcPct val="20000"/>
                        </a:spcBef>
                        <a:defRPr kumimoji="1" sz="2000">
                          <a:solidFill>
                            <a:schemeClr val="bg2"/>
                          </a:solidFill>
                          <a:latin typeface="Times New Roman" pitchFamily="18" charset="0"/>
                          <a:ea typeface="新細明體" pitchFamily="18" charset="-120"/>
                        </a:defRPr>
                      </a:lvl5pPr>
                      <a:lvl6pPr marL="25146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6pPr>
                      <a:lvl7pPr marL="29718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7pPr>
                      <a:lvl8pPr marL="34290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8pPr>
                      <a:lvl9pPr marL="38862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1" lang="zh-TW" altLang="en-US" sz="1800" b="1" i="0" u="none" strike="noStrike" cap="none" normalizeH="0" baseline="0" smtClean="0">
                          <a:ln>
                            <a:noFill/>
                          </a:ln>
                          <a:solidFill>
                            <a:srgbClr val="FFFFFF"/>
                          </a:solidFill>
                          <a:effectLst/>
                          <a:latin typeface="Times New Roman" pitchFamily="18" charset="0"/>
                          <a:ea typeface="新細明體" pitchFamily="18" charset="-120"/>
                        </a:rPr>
                        <a:t>瞭解性</a:t>
                      </a:r>
                    </a:p>
                  </a:txBody>
                  <a:tcPr marL="91446" marR="91446" marT="45709" marB="45709" anchor="ctr" horzOverflow="overflow">
                    <a:lnL>
                      <a:noFill/>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accent1"/>
                    </a:solidFill>
                  </a:tcPr>
                </a:tc>
              </a:tr>
              <a:tr h="527050">
                <a:tc>
                  <a:txBody>
                    <a:bodyPr/>
                    <a:lstStyle>
                      <a:lvl1pPr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2pPr>
                      <a:lvl3pPr marL="1143000" indent="-228600" algn="just">
                        <a:lnSpc>
                          <a:spcPct val="120000"/>
                        </a:lnSpc>
                        <a:spcBef>
                          <a:spcPct val="20000"/>
                        </a:spcBef>
                        <a:defRPr kumimoji="1" sz="20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4pPr>
                      <a:lvl5pPr marL="2057400" indent="-228600" algn="just">
                        <a:lnSpc>
                          <a:spcPct val="120000"/>
                        </a:lnSpc>
                        <a:spcBef>
                          <a:spcPct val="20000"/>
                        </a:spcBef>
                        <a:defRPr kumimoji="1" sz="2000">
                          <a:solidFill>
                            <a:schemeClr val="bg2"/>
                          </a:solidFill>
                          <a:latin typeface="Times New Roman" pitchFamily="18" charset="0"/>
                          <a:ea typeface="新細明體" pitchFamily="18" charset="-120"/>
                        </a:defRPr>
                      </a:lvl5pPr>
                      <a:lvl6pPr marL="25146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6pPr>
                      <a:lvl7pPr marL="29718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7pPr>
                      <a:lvl8pPr marL="34290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8pPr>
                      <a:lvl9pPr marL="38862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1" lang="zh-TW" altLang="en-US" sz="1800" b="0" i="0" u="none" strike="noStrike" cap="none" normalizeH="0" baseline="0" smtClean="0">
                          <a:ln>
                            <a:noFill/>
                          </a:ln>
                          <a:solidFill>
                            <a:srgbClr val="000000"/>
                          </a:solidFill>
                          <a:effectLst/>
                          <a:latin typeface="Times New Roman" pitchFamily="18" charset="0"/>
                          <a:ea typeface="新細明體" pitchFamily="18" charset="-120"/>
                        </a:rPr>
                        <a:t>功能型</a:t>
                      </a:r>
                    </a:p>
                  </a:txBody>
                  <a:tcPr marL="91446" marR="91446" marT="45709" marB="45709" horzOverflow="overflow">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FCF0E8"/>
                    </a:solidFill>
                  </a:tcPr>
                </a:tc>
                <a:tc>
                  <a:txBody>
                    <a:bodyPr/>
                    <a:lstStyle>
                      <a:lvl1pPr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2pPr>
                      <a:lvl3pPr marL="1143000" indent="-228600" algn="just">
                        <a:lnSpc>
                          <a:spcPct val="120000"/>
                        </a:lnSpc>
                        <a:spcBef>
                          <a:spcPct val="20000"/>
                        </a:spcBef>
                        <a:defRPr kumimoji="1" sz="20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4pPr>
                      <a:lvl5pPr marL="2057400" indent="-228600" algn="just">
                        <a:lnSpc>
                          <a:spcPct val="120000"/>
                        </a:lnSpc>
                        <a:spcBef>
                          <a:spcPct val="20000"/>
                        </a:spcBef>
                        <a:defRPr kumimoji="1" sz="2000">
                          <a:solidFill>
                            <a:schemeClr val="bg2"/>
                          </a:solidFill>
                          <a:latin typeface="Times New Roman" pitchFamily="18" charset="0"/>
                          <a:ea typeface="新細明體" pitchFamily="18" charset="-120"/>
                        </a:defRPr>
                      </a:lvl5pPr>
                      <a:lvl6pPr marL="25146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6pPr>
                      <a:lvl7pPr marL="29718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7pPr>
                      <a:lvl8pPr marL="34290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8pPr>
                      <a:lvl9pPr marL="38862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1" lang="zh-TW" altLang="en-US" sz="1800" b="0" i="0" u="none" strike="noStrike" cap="none" normalizeH="0" baseline="0" smtClean="0">
                          <a:ln>
                            <a:noFill/>
                          </a:ln>
                          <a:solidFill>
                            <a:srgbClr val="000000"/>
                          </a:solidFill>
                          <a:effectLst/>
                          <a:latin typeface="Times New Roman" pitchFamily="18" charset="0"/>
                          <a:ea typeface="新細明體" pitchFamily="18" charset="-120"/>
                        </a:rPr>
                        <a:t>小</a:t>
                      </a:r>
                    </a:p>
                  </a:txBody>
                  <a:tcPr marL="91446" marR="91446" marT="45709" marB="45709" horzOverflow="overflow">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FCF0E8"/>
                    </a:solidFill>
                  </a:tcPr>
                </a:tc>
                <a:tc>
                  <a:txBody>
                    <a:bodyPr/>
                    <a:lstStyle>
                      <a:lvl1pPr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2pPr>
                      <a:lvl3pPr marL="1143000" indent="-228600" algn="just">
                        <a:lnSpc>
                          <a:spcPct val="120000"/>
                        </a:lnSpc>
                        <a:spcBef>
                          <a:spcPct val="20000"/>
                        </a:spcBef>
                        <a:defRPr kumimoji="1" sz="20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4pPr>
                      <a:lvl5pPr marL="2057400" indent="-228600" algn="just">
                        <a:lnSpc>
                          <a:spcPct val="120000"/>
                        </a:lnSpc>
                        <a:spcBef>
                          <a:spcPct val="20000"/>
                        </a:spcBef>
                        <a:defRPr kumimoji="1" sz="2000">
                          <a:solidFill>
                            <a:schemeClr val="bg2"/>
                          </a:solidFill>
                          <a:latin typeface="Times New Roman" pitchFamily="18" charset="0"/>
                          <a:ea typeface="新細明體" pitchFamily="18" charset="-120"/>
                        </a:defRPr>
                      </a:lvl5pPr>
                      <a:lvl6pPr marL="25146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6pPr>
                      <a:lvl7pPr marL="29718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7pPr>
                      <a:lvl8pPr marL="34290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8pPr>
                      <a:lvl9pPr marL="38862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1" lang="zh-TW" altLang="en-US" sz="1800" b="0" i="0" u="none" strike="noStrike" cap="none" normalizeH="0" baseline="0" smtClean="0">
                          <a:ln>
                            <a:noFill/>
                          </a:ln>
                          <a:solidFill>
                            <a:srgbClr val="000000"/>
                          </a:solidFill>
                          <a:effectLst/>
                          <a:latin typeface="Times New Roman" pitchFamily="18" charset="0"/>
                          <a:ea typeface="新細明體" pitchFamily="18" charset="-120"/>
                        </a:rPr>
                        <a:t>易</a:t>
                      </a:r>
                    </a:p>
                  </a:txBody>
                  <a:tcPr marL="91446" marR="91446" marT="45709" marB="45709" horzOverflow="overflow">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FCF0E8"/>
                    </a:solidFill>
                  </a:tcPr>
                </a:tc>
                <a:tc>
                  <a:txBody>
                    <a:bodyPr/>
                    <a:lstStyle>
                      <a:lvl1pPr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2pPr>
                      <a:lvl3pPr marL="1143000" indent="-228600" algn="just">
                        <a:lnSpc>
                          <a:spcPct val="120000"/>
                        </a:lnSpc>
                        <a:spcBef>
                          <a:spcPct val="20000"/>
                        </a:spcBef>
                        <a:defRPr kumimoji="1" sz="20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4pPr>
                      <a:lvl5pPr marL="2057400" indent="-228600" algn="just">
                        <a:lnSpc>
                          <a:spcPct val="120000"/>
                        </a:lnSpc>
                        <a:spcBef>
                          <a:spcPct val="20000"/>
                        </a:spcBef>
                        <a:defRPr kumimoji="1" sz="2000">
                          <a:solidFill>
                            <a:schemeClr val="bg2"/>
                          </a:solidFill>
                          <a:latin typeface="Times New Roman" pitchFamily="18" charset="0"/>
                          <a:ea typeface="新細明體" pitchFamily="18" charset="-120"/>
                        </a:defRPr>
                      </a:lvl5pPr>
                      <a:lvl6pPr marL="25146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6pPr>
                      <a:lvl7pPr marL="29718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7pPr>
                      <a:lvl8pPr marL="34290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8pPr>
                      <a:lvl9pPr marL="38862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1" lang="zh-TW" altLang="en-US" sz="1800" b="0" i="0" u="none" strike="noStrike" cap="none" normalizeH="0" baseline="0" smtClean="0">
                          <a:ln>
                            <a:noFill/>
                          </a:ln>
                          <a:solidFill>
                            <a:srgbClr val="000000"/>
                          </a:solidFill>
                          <a:effectLst/>
                          <a:latin typeface="Times New Roman" pitchFamily="18" charset="0"/>
                          <a:ea typeface="新細明體" pitchFamily="18" charset="-120"/>
                        </a:rPr>
                        <a:t>佳</a:t>
                      </a:r>
                    </a:p>
                  </a:txBody>
                  <a:tcPr marL="91446" marR="91446" marT="45709" marB="45709" horzOverflow="overflow">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FCF0E8"/>
                    </a:solidFill>
                  </a:tcPr>
                </a:tc>
                <a:tc>
                  <a:txBody>
                    <a:bodyPr/>
                    <a:lstStyle>
                      <a:lvl1pPr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2pPr>
                      <a:lvl3pPr marL="1143000" indent="-228600" algn="just">
                        <a:lnSpc>
                          <a:spcPct val="120000"/>
                        </a:lnSpc>
                        <a:spcBef>
                          <a:spcPct val="20000"/>
                        </a:spcBef>
                        <a:defRPr kumimoji="1" sz="20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4pPr>
                      <a:lvl5pPr marL="2057400" indent="-228600" algn="just">
                        <a:lnSpc>
                          <a:spcPct val="120000"/>
                        </a:lnSpc>
                        <a:spcBef>
                          <a:spcPct val="20000"/>
                        </a:spcBef>
                        <a:defRPr kumimoji="1" sz="2000">
                          <a:solidFill>
                            <a:schemeClr val="bg2"/>
                          </a:solidFill>
                          <a:latin typeface="Times New Roman" pitchFamily="18" charset="0"/>
                          <a:ea typeface="新細明體" pitchFamily="18" charset="-120"/>
                        </a:defRPr>
                      </a:lvl5pPr>
                      <a:lvl6pPr marL="25146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6pPr>
                      <a:lvl7pPr marL="29718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7pPr>
                      <a:lvl8pPr marL="34290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8pPr>
                      <a:lvl9pPr marL="38862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1" lang="zh-TW" altLang="en-US" sz="1800" b="0" i="0" u="none" strike="noStrike" cap="none" normalizeH="0" baseline="0" smtClean="0">
                          <a:ln>
                            <a:noFill/>
                          </a:ln>
                          <a:solidFill>
                            <a:srgbClr val="000000"/>
                          </a:solidFill>
                          <a:effectLst/>
                          <a:latin typeface="Times New Roman" pitchFamily="18" charset="0"/>
                          <a:ea typeface="新細明體" pitchFamily="18" charset="-120"/>
                        </a:rPr>
                        <a:t>佳</a:t>
                      </a:r>
                    </a:p>
                  </a:txBody>
                  <a:tcPr marL="91446" marR="91446" marT="45709" marB="45709" horzOverflow="overflow">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FCF0E8"/>
                    </a:solidFill>
                  </a:tcPr>
                </a:tc>
                <a:tc>
                  <a:txBody>
                    <a:bodyPr/>
                    <a:lstStyle>
                      <a:lvl1pPr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2pPr>
                      <a:lvl3pPr marL="1143000" indent="-228600" algn="just">
                        <a:lnSpc>
                          <a:spcPct val="120000"/>
                        </a:lnSpc>
                        <a:spcBef>
                          <a:spcPct val="20000"/>
                        </a:spcBef>
                        <a:defRPr kumimoji="1" sz="20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4pPr>
                      <a:lvl5pPr marL="2057400" indent="-228600" algn="just">
                        <a:lnSpc>
                          <a:spcPct val="120000"/>
                        </a:lnSpc>
                        <a:spcBef>
                          <a:spcPct val="20000"/>
                        </a:spcBef>
                        <a:defRPr kumimoji="1" sz="2000">
                          <a:solidFill>
                            <a:schemeClr val="bg2"/>
                          </a:solidFill>
                          <a:latin typeface="Times New Roman" pitchFamily="18" charset="0"/>
                          <a:ea typeface="新細明體" pitchFamily="18" charset="-120"/>
                        </a:defRPr>
                      </a:lvl5pPr>
                      <a:lvl6pPr marL="25146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6pPr>
                      <a:lvl7pPr marL="29718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7pPr>
                      <a:lvl8pPr marL="34290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8pPr>
                      <a:lvl9pPr marL="38862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1" lang="zh-TW" altLang="en-US" sz="1800" b="0" i="0" u="none" strike="noStrike" cap="none" normalizeH="0" baseline="0" smtClean="0">
                          <a:ln>
                            <a:noFill/>
                          </a:ln>
                          <a:solidFill>
                            <a:srgbClr val="000000"/>
                          </a:solidFill>
                          <a:effectLst/>
                          <a:latin typeface="Times New Roman" pitchFamily="18" charset="0"/>
                          <a:ea typeface="新細明體" pitchFamily="18" charset="-120"/>
                        </a:rPr>
                        <a:t>佳</a:t>
                      </a:r>
                    </a:p>
                  </a:txBody>
                  <a:tcPr marL="91446" marR="91446" marT="45709" marB="45709" horzOverflow="overflow">
                    <a:lnL>
                      <a:noFill/>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FCF0E8"/>
                    </a:solidFill>
                  </a:tcPr>
                </a:tc>
              </a:tr>
              <a:tr h="528638">
                <a:tc>
                  <a:txBody>
                    <a:bodyPr/>
                    <a:lstStyle>
                      <a:lvl1pPr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2pPr>
                      <a:lvl3pPr marL="1143000" indent="-228600" algn="just">
                        <a:lnSpc>
                          <a:spcPct val="120000"/>
                        </a:lnSpc>
                        <a:spcBef>
                          <a:spcPct val="20000"/>
                        </a:spcBef>
                        <a:defRPr kumimoji="1" sz="20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4pPr>
                      <a:lvl5pPr marL="2057400" indent="-228600" algn="just">
                        <a:lnSpc>
                          <a:spcPct val="120000"/>
                        </a:lnSpc>
                        <a:spcBef>
                          <a:spcPct val="20000"/>
                        </a:spcBef>
                        <a:defRPr kumimoji="1" sz="2000">
                          <a:solidFill>
                            <a:schemeClr val="bg2"/>
                          </a:solidFill>
                          <a:latin typeface="Times New Roman" pitchFamily="18" charset="0"/>
                          <a:ea typeface="新細明體" pitchFamily="18" charset="-120"/>
                        </a:defRPr>
                      </a:lvl5pPr>
                      <a:lvl6pPr marL="25146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6pPr>
                      <a:lvl7pPr marL="29718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7pPr>
                      <a:lvl8pPr marL="34290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8pPr>
                      <a:lvl9pPr marL="38862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1" lang="zh-TW" altLang="en-US" sz="1800" b="0" i="0" u="none" strike="noStrike" cap="none" normalizeH="0" baseline="0" smtClean="0">
                          <a:ln>
                            <a:noFill/>
                          </a:ln>
                          <a:solidFill>
                            <a:srgbClr val="000000"/>
                          </a:solidFill>
                          <a:effectLst/>
                          <a:latin typeface="Times New Roman" pitchFamily="18" charset="0"/>
                          <a:ea typeface="新細明體" pitchFamily="18" charset="-120"/>
                        </a:rPr>
                        <a:t>順序型</a:t>
                      </a:r>
                      <a:endParaRPr kumimoji="1" lang="en-US" altLang="zh-TW" sz="1800" b="0" i="0" u="none" strike="noStrike" cap="none" normalizeH="0" baseline="0" smtClean="0">
                        <a:ln>
                          <a:noFill/>
                        </a:ln>
                        <a:solidFill>
                          <a:srgbClr val="000000"/>
                        </a:solidFill>
                        <a:effectLst/>
                        <a:latin typeface="Times New Roman" pitchFamily="18" charset="0"/>
                        <a:ea typeface="新細明體" pitchFamily="18" charset="-120"/>
                      </a:endParaRPr>
                    </a:p>
                  </a:txBody>
                  <a:tcPr marL="91446" marR="91446" marT="45709" marB="45709" horzOverflow="overflow">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bg1"/>
                    </a:solidFill>
                  </a:tcPr>
                </a:tc>
                <a:tc>
                  <a:txBody>
                    <a:bodyPr/>
                    <a:lstStyle>
                      <a:lvl1pPr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2pPr>
                      <a:lvl3pPr marL="1143000" indent="-228600" algn="just">
                        <a:lnSpc>
                          <a:spcPct val="120000"/>
                        </a:lnSpc>
                        <a:spcBef>
                          <a:spcPct val="20000"/>
                        </a:spcBef>
                        <a:defRPr kumimoji="1" sz="20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4pPr>
                      <a:lvl5pPr marL="2057400" indent="-228600" algn="just">
                        <a:lnSpc>
                          <a:spcPct val="120000"/>
                        </a:lnSpc>
                        <a:spcBef>
                          <a:spcPct val="20000"/>
                        </a:spcBef>
                        <a:defRPr kumimoji="1" sz="2000">
                          <a:solidFill>
                            <a:schemeClr val="bg2"/>
                          </a:solidFill>
                          <a:latin typeface="Times New Roman" pitchFamily="18" charset="0"/>
                          <a:ea typeface="新細明體" pitchFamily="18" charset="-120"/>
                        </a:defRPr>
                      </a:lvl5pPr>
                      <a:lvl6pPr marL="25146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6pPr>
                      <a:lvl7pPr marL="29718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7pPr>
                      <a:lvl8pPr marL="34290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8pPr>
                      <a:lvl9pPr marL="38862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1" lang="zh-TW" altLang="en-US" sz="1800" b="0" i="0" u="none" strike="noStrike" cap="none" normalizeH="0" baseline="0" smtClean="0">
                          <a:ln>
                            <a:noFill/>
                          </a:ln>
                          <a:solidFill>
                            <a:srgbClr val="000000"/>
                          </a:solidFill>
                          <a:effectLst/>
                          <a:latin typeface="Times New Roman" pitchFamily="18" charset="0"/>
                          <a:ea typeface="新細明體" pitchFamily="18" charset="-120"/>
                        </a:rPr>
                        <a:t>小</a:t>
                      </a:r>
                    </a:p>
                  </a:txBody>
                  <a:tcPr marL="91446" marR="91446" marT="45709" marB="45709" horzOverflow="overflow">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bg1"/>
                    </a:solidFill>
                  </a:tcPr>
                </a:tc>
                <a:tc>
                  <a:txBody>
                    <a:bodyPr/>
                    <a:lstStyle>
                      <a:lvl1pPr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2pPr>
                      <a:lvl3pPr marL="1143000" indent="-228600" algn="just">
                        <a:lnSpc>
                          <a:spcPct val="120000"/>
                        </a:lnSpc>
                        <a:spcBef>
                          <a:spcPct val="20000"/>
                        </a:spcBef>
                        <a:defRPr kumimoji="1" sz="20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4pPr>
                      <a:lvl5pPr marL="2057400" indent="-228600" algn="just">
                        <a:lnSpc>
                          <a:spcPct val="120000"/>
                        </a:lnSpc>
                        <a:spcBef>
                          <a:spcPct val="20000"/>
                        </a:spcBef>
                        <a:defRPr kumimoji="1" sz="2000">
                          <a:solidFill>
                            <a:schemeClr val="bg2"/>
                          </a:solidFill>
                          <a:latin typeface="Times New Roman" pitchFamily="18" charset="0"/>
                          <a:ea typeface="新細明體" pitchFamily="18" charset="-120"/>
                        </a:defRPr>
                      </a:lvl5pPr>
                      <a:lvl6pPr marL="25146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6pPr>
                      <a:lvl7pPr marL="29718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7pPr>
                      <a:lvl8pPr marL="34290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8pPr>
                      <a:lvl9pPr marL="38862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1" lang="zh-TW" altLang="en-US" sz="1800" b="0" i="0" u="none" strike="noStrike" cap="none" normalizeH="0" baseline="0" smtClean="0">
                          <a:ln>
                            <a:noFill/>
                          </a:ln>
                          <a:solidFill>
                            <a:srgbClr val="000000"/>
                          </a:solidFill>
                          <a:effectLst/>
                          <a:latin typeface="Times New Roman" pitchFamily="18" charset="0"/>
                          <a:ea typeface="新細明體" pitchFamily="18" charset="-120"/>
                        </a:rPr>
                        <a:t>易</a:t>
                      </a:r>
                    </a:p>
                  </a:txBody>
                  <a:tcPr marL="91446" marR="91446" marT="45709" marB="45709" horzOverflow="overflow">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bg1"/>
                    </a:solidFill>
                  </a:tcPr>
                </a:tc>
                <a:tc>
                  <a:txBody>
                    <a:bodyPr/>
                    <a:lstStyle>
                      <a:lvl1pPr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2pPr>
                      <a:lvl3pPr marL="1143000" indent="-228600" algn="just">
                        <a:lnSpc>
                          <a:spcPct val="120000"/>
                        </a:lnSpc>
                        <a:spcBef>
                          <a:spcPct val="20000"/>
                        </a:spcBef>
                        <a:defRPr kumimoji="1" sz="20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4pPr>
                      <a:lvl5pPr marL="2057400" indent="-228600" algn="just">
                        <a:lnSpc>
                          <a:spcPct val="120000"/>
                        </a:lnSpc>
                        <a:spcBef>
                          <a:spcPct val="20000"/>
                        </a:spcBef>
                        <a:defRPr kumimoji="1" sz="2000">
                          <a:solidFill>
                            <a:schemeClr val="bg2"/>
                          </a:solidFill>
                          <a:latin typeface="Times New Roman" pitchFamily="18" charset="0"/>
                          <a:ea typeface="新細明體" pitchFamily="18" charset="-120"/>
                        </a:defRPr>
                      </a:lvl5pPr>
                      <a:lvl6pPr marL="25146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6pPr>
                      <a:lvl7pPr marL="29718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7pPr>
                      <a:lvl8pPr marL="34290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8pPr>
                      <a:lvl9pPr marL="38862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1" lang="zh-TW" altLang="en-US" sz="1800" b="0" i="0" u="none" strike="noStrike" cap="none" normalizeH="0" baseline="0" smtClean="0">
                          <a:ln>
                            <a:noFill/>
                          </a:ln>
                          <a:solidFill>
                            <a:srgbClr val="000000"/>
                          </a:solidFill>
                          <a:effectLst/>
                          <a:latin typeface="Times New Roman" pitchFamily="18" charset="0"/>
                          <a:ea typeface="新細明體" pitchFamily="18" charset="-120"/>
                        </a:rPr>
                        <a:t>中等</a:t>
                      </a:r>
                    </a:p>
                  </a:txBody>
                  <a:tcPr marL="91446" marR="91446" marT="45709" marB="45709" horzOverflow="overflow">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bg1"/>
                    </a:solidFill>
                  </a:tcPr>
                </a:tc>
                <a:tc>
                  <a:txBody>
                    <a:bodyPr/>
                    <a:lstStyle>
                      <a:lvl1pPr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2pPr>
                      <a:lvl3pPr marL="1143000" indent="-228600" algn="just">
                        <a:lnSpc>
                          <a:spcPct val="120000"/>
                        </a:lnSpc>
                        <a:spcBef>
                          <a:spcPct val="20000"/>
                        </a:spcBef>
                        <a:defRPr kumimoji="1" sz="20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4pPr>
                      <a:lvl5pPr marL="2057400" indent="-228600" algn="just">
                        <a:lnSpc>
                          <a:spcPct val="120000"/>
                        </a:lnSpc>
                        <a:spcBef>
                          <a:spcPct val="20000"/>
                        </a:spcBef>
                        <a:defRPr kumimoji="1" sz="2000">
                          <a:solidFill>
                            <a:schemeClr val="bg2"/>
                          </a:solidFill>
                          <a:latin typeface="Times New Roman" pitchFamily="18" charset="0"/>
                          <a:ea typeface="新細明體" pitchFamily="18" charset="-120"/>
                        </a:defRPr>
                      </a:lvl5pPr>
                      <a:lvl6pPr marL="25146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6pPr>
                      <a:lvl7pPr marL="29718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7pPr>
                      <a:lvl8pPr marL="34290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8pPr>
                      <a:lvl9pPr marL="38862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1" lang="zh-TW" altLang="en-US" sz="1800" b="0" i="0" u="none" strike="noStrike" cap="none" normalizeH="0" baseline="0" smtClean="0">
                          <a:ln>
                            <a:noFill/>
                          </a:ln>
                          <a:solidFill>
                            <a:srgbClr val="000000"/>
                          </a:solidFill>
                          <a:effectLst/>
                          <a:latin typeface="Times New Roman" pitchFamily="18" charset="0"/>
                          <a:ea typeface="新細明體" pitchFamily="18" charset="-120"/>
                        </a:rPr>
                        <a:t>佳</a:t>
                      </a:r>
                    </a:p>
                  </a:txBody>
                  <a:tcPr marL="91446" marR="91446" marT="45709" marB="45709" horzOverflow="overflow">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bg1"/>
                    </a:solidFill>
                  </a:tcPr>
                </a:tc>
                <a:tc>
                  <a:txBody>
                    <a:bodyPr/>
                    <a:lstStyle>
                      <a:lvl1pPr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2pPr>
                      <a:lvl3pPr marL="1143000" indent="-228600" algn="just">
                        <a:lnSpc>
                          <a:spcPct val="120000"/>
                        </a:lnSpc>
                        <a:spcBef>
                          <a:spcPct val="20000"/>
                        </a:spcBef>
                        <a:defRPr kumimoji="1" sz="20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4pPr>
                      <a:lvl5pPr marL="2057400" indent="-228600" algn="just">
                        <a:lnSpc>
                          <a:spcPct val="120000"/>
                        </a:lnSpc>
                        <a:spcBef>
                          <a:spcPct val="20000"/>
                        </a:spcBef>
                        <a:defRPr kumimoji="1" sz="2000">
                          <a:solidFill>
                            <a:schemeClr val="bg2"/>
                          </a:solidFill>
                          <a:latin typeface="Times New Roman" pitchFamily="18" charset="0"/>
                          <a:ea typeface="新細明體" pitchFamily="18" charset="-120"/>
                        </a:defRPr>
                      </a:lvl5pPr>
                      <a:lvl6pPr marL="25146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6pPr>
                      <a:lvl7pPr marL="29718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7pPr>
                      <a:lvl8pPr marL="34290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8pPr>
                      <a:lvl9pPr marL="38862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1" lang="zh-TW" altLang="en-US" sz="1800" b="0" i="0" u="none" strike="noStrike" cap="none" normalizeH="0" baseline="0" smtClean="0">
                          <a:ln>
                            <a:noFill/>
                          </a:ln>
                          <a:solidFill>
                            <a:srgbClr val="000000"/>
                          </a:solidFill>
                          <a:effectLst/>
                          <a:latin typeface="Times New Roman" pitchFamily="18" charset="0"/>
                          <a:ea typeface="新細明體" pitchFamily="18" charset="-120"/>
                        </a:rPr>
                        <a:t>佳</a:t>
                      </a:r>
                    </a:p>
                  </a:txBody>
                  <a:tcPr marL="91446" marR="91446" marT="45709" marB="45709" horzOverflow="overflow">
                    <a:lnL>
                      <a:noFill/>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bg1"/>
                    </a:solidFill>
                  </a:tcPr>
                </a:tc>
              </a:tr>
              <a:tr h="530225">
                <a:tc>
                  <a:txBody>
                    <a:bodyPr/>
                    <a:lstStyle>
                      <a:lvl1pPr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2pPr>
                      <a:lvl3pPr marL="1143000" indent="-228600" algn="just">
                        <a:lnSpc>
                          <a:spcPct val="120000"/>
                        </a:lnSpc>
                        <a:spcBef>
                          <a:spcPct val="20000"/>
                        </a:spcBef>
                        <a:defRPr kumimoji="1" sz="20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4pPr>
                      <a:lvl5pPr marL="2057400" indent="-228600" algn="just">
                        <a:lnSpc>
                          <a:spcPct val="120000"/>
                        </a:lnSpc>
                        <a:spcBef>
                          <a:spcPct val="20000"/>
                        </a:spcBef>
                        <a:defRPr kumimoji="1" sz="2000">
                          <a:solidFill>
                            <a:schemeClr val="bg2"/>
                          </a:solidFill>
                          <a:latin typeface="Times New Roman" pitchFamily="18" charset="0"/>
                          <a:ea typeface="新細明體" pitchFamily="18" charset="-120"/>
                        </a:defRPr>
                      </a:lvl5pPr>
                      <a:lvl6pPr marL="25146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6pPr>
                      <a:lvl7pPr marL="29718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7pPr>
                      <a:lvl8pPr marL="34290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8pPr>
                      <a:lvl9pPr marL="38862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1" lang="zh-TW" altLang="en-US" sz="1800" b="0" i="0" u="none" strike="noStrike" cap="none" normalizeH="0" baseline="0" smtClean="0">
                          <a:ln>
                            <a:noFill/>
                          </a:ln>
                          <a:solidFill>
                            <a:srgbClr val="000000"/>
                          </a:solidFill>
                          <a:effectLst/>
                          <a:latin typeface="Times New Roman" pitchFamily="18" charset="0"/>
                          <a:ea typeface="新細明體" pitchFamily="18" charset="-120"/>
                        </a:rPr>
                        <a:t>溝通型</a:t>
                      </a:r>
                    </a:p>
                  </a:txBody>
                  <a:tcPr marL="91446" marR="91446" marT="45709" marB="45709" horzOverflow="overflow">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FCF0E8"/>
                    </a:solidFill>
                  </a:tcPr>
                </a:tc>
                <a:tc>
                  <a:txBody>
                    <a:bodyPr/>
                    <a:lstStyle>
                      <a:lvl1pPr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2pPr>
                      <a:lvl3pPr marL="1143000" indent="-228600" algn="just">
                        <a:lnSpc>
                          <a:spcPct val="120000"/>
                        </a:lnSpc>
                        <a:spcBef>
                          <a:spcPct val="20000"/>
                        </a:spcBef>
                        <a:defRPr kumimoji="1" sz="20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4pPr>
                      <a:lvl5pPr marL="2057400" indent="-228600" algn="just">
                        <a:lnSpc>
                          <a:spcPct val="120000"/>
                        </a:lnSpc>
                        <a:spcBef>
                          <a:spcPct val="20000"/>
                        </a:spcBef>
                        <a:defRPr kumimoji="1" sz="2000">
                          <a:solidFill>
                            <a:schemeClr val="bg2"/>
                          </a:solidFill>
                          <a:latin typeface="Times New Roman" pitchFamily="18" charset="0"/>
                          <a:ea typeface="新細明體" pitchFamily="18" charset="-120"/>
                        </a:defRPr>
                      </a:lvl5pPr>
                      <a:lvl6pPr marL="25146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6pPr>
                      <a:lvl7pPr marL="29718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7pPr>
                      <a:lvl8pPr marL="34290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8pPr>
                      <a:lvl9pPr marL="38862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1" lang="zh-TW" altLang="en-US" sz="1800" b="0" i="0" u="none" strike="noStrike" cap="none" normalizeH="0" baseline="0" smtClean="0">
                          <a:ln>
                            <a:noFill/>
                          </a:ln>
                          <a:solidFill>
                            <a:srgbClr val="000000"/>
                          </a:solidFill>
                          <a:effectLst/>
                          <a:latin typeface="Times New Roman" pitchFamily="18" charset="0"/>
                          <a:ea typeface="新細明體" pitchFamily="18" charset="-120"/>
                        </a:rPr>
                        <a:t>中等</a:t>
                      </a:r>
                    </a:p>
                  </a:txBody>
                  <a:tcPr marL="91446" marR="91446" marT="45709" marB="45709" horzOverflow="overflow">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FCF0E8"/>
                    </a:solidFill>
                  </a:tcPr>
                </a:tc>
                <a:tc>
                  <a:txBody>
                    <a:bodyPr/>
                    <a:lstStyle>
                      <a:lvl1pPr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2pPr>
                      <a:lvl3pPr marL="1143000" indent="-228600" algn="just">
                        <a:lnSpc>
                          <a:spcPct val="120000"/>
                        </a:lnSpc>
                        <a:spcBef>
                          <a:spcPct val="20000"/>
                        </a:spcBef>
                        <a:defRPr kumimoji="1" sz="20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4pPr>
                      <a:lvl5pPr marL="2057400" indent="-228600" algn="just">
                        <a:lnSpc>
                          <a:spcPct val="120000"/>
                        </a:lnSpc>
                        <a:spcBef>
                          <a:spcPct val="20000"/>
                        </a:spcBef>
                        <a:defRPr kumimoji="1" sz="2000">
                          <a:solidFill>
                            <a:schemeClr val="bg2"/>
                          </a:solidFill>
                          <a:latin typeface="Times New Roman" pitchFamily="18" charset="0"/>
                          <a:ea typeface="新細明體" pitchFamily="18" charset="-120"/>
                        </a:defRPr>
                      </a:lvl5pPr>
                      <a:lvl6pPr marL="25146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6pPr>
                      <a:lvl7pPr marL="29718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7pPr>
                      <a:lvl8pPr marL="34290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8pPr>
                      <a:lvl9pPr marL="38862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1" lang="zh-TW" altLang="en-US" sz="1800" b="0" i="0" u="none" strike="noStrike" cap="none" normalizeH="0" baseline="0" smtClean="0">
                          <a:ln>
                            <a:noFill/>
                          </a:ln>
                          <a:solidFill>
                            <a:srgbClr val="000000"/>
                          </a:solidFill>
                          <a:effectLst/>
                          <a:latin typeface="Times New Roman" pitchFamily="18" charset="0"/>
                          <a:ea typeface="新細明體" pitchFamily="18" charset="-120"/>
                        </a:rPr>
                        <a:t>易</a:t>
                      </a:r>
                    </a:p>
                  </a:txBody>
                  <a:tcPr marL="91446" marR="91446" marT="45709" marB="45709" horzOverflow="overflow">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FCF0E8"/>
                    </a:solidFill>
                  </a:tcPr>
                </a:tc>
                <a:tc>
                  <a:txBody>
                    <a:bodyPr/>
                    <a:lstStyle>
                      <a:lvl1pPr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2pPr>
                      <a:lvl3pPr marL="1143000" indent="-228600" algn="just">
                        <a:lnSpc>
                          <a:spcPct val="120000"/>
                        </a:lnSpc>
                        <a:spcBef>
                          <a:spcPct val="20000"/>
                        </a:spcBef>
                        <a:defRPr kumimoji="1" sz="20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4pPr>
                      <a:lvl5pPr marL="2057400" indent="-228600" algn="just">
                        <a:lnSpc>
                          <a:spcPct val="120000"/>
                        </a:lnSpc>
                        <a:spcBef>
                          <a:spcPct val="20000"/>
                        </a:spcBef>
                        <a:defRPr kumimoji="1" sz="2000">
                          <a:solidFill>
                            <a:schemeClr val="bg2"/>
                          </a:solidFill>
                          <a:latin typeface="Times New Roman" pitchFamily="18" charset="0"/>
                          <a:ea typeface="新細明體" pitchFamily="18" charset="-120"/>
                        </a:defRPr>
                      </a:lvl5pPr>
                      <a:lvl6pPr marL="25146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6pPr>
                      <a:lvl7pPr marL="29718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7pPr>
                      <a:lvl8pPr marL="34290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8pPr>
                      <a:lvl9pPr marL="38862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1" lang="zh-TW" altLang="en-US" sz="1800" b="0" i="0" u="none" strike="noStrike" cap="none" normalizeH="0" baseline="0" smtClean="0">
                          <a:ln>
                            <a:noFill/>
                          </a:ln>
                          <a:solidFill>
                            <a:srgbClr val="000000"/>
                          </a:solidFill>
                          <a:effectLst/>
                          <a:latin typeface="Times New Roman" pitchFamily="18" charset="0"/>
                          <a:ea typeface="新細明體" pitchFamily="18" charset="-120"/>
                        </a:rPr>
                        <a:t>佳</a:t>
                      </a:r>
                    </a:p>
                  </a:txBody>
                  <a:tcPr marL="91446" marR="91446" marT="45709" marB="45709" horzOverflow="overflow">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FCF0E8"/>
                    </a:solidFill>
                  </a:tcPr>
                </a:tc>
                <a:tc>
                  <a:txBody>
                    <a:bodyPr/>
                    <a:lstStyle>
                      <a:lvl1pPr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2pPr>
                      <a:lvl3pPr marL="1143000" indent="-228600" algn="just">
                        <a:lnSpc>
                          <a:spcPct val="120000"/>
                        </a:lnSpc>
                        <a:spcBef>
                          <a:spcPct val="20000"/>
                        </a:spcBef>
                        <a:defRPr kumimoji="1" sz="20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4pPr>
                      <a:lvl5pPr marL="2057400" indent="-228600" algn="just">
                        <a:lnSpc>
                          <a:spcPct val="120000"/>
                        </a:lnSpc>
                        <a:spcBef>
                          <a:spcPct val="20000"/>
                        </a:spcBef>
                        <a:defRPr kumimoji="1" sz="2000">
                          <a:solidFill>
                            <a:schemeClr val="bg2"/>
                          </a:solidFill>
                          <a:latin typeface="Times New Roman" pitchFamily="18" charset="0"/>
                          <a:ea typeface="新細明體" pitchFamily="18" charset="-120"/>
                        </a:defRPr>
                      </a:lvl5pPr>
                      <a:lvl6pPr marL="25146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6pPr>
                      <a:lvl7pPr marL="29718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7pPr>
                      <a:lvl8pPr marL="34290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8pPr>
                      <a:lvl9pPr marL="38862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1" lang="zh-TW" altLang="en-US" sz="1800" b="0" i="0" u="none" strike="noStrike" cap="none" normalizeH="0" baseline="0" smtClean="0">
                          <a:ln>
                            <a:noFill/>
                          </a:ln>
                          <a:solidFill>
                            <a:srgbClr val="000000"/>
                          </a:solidFill>
                          <a:effectLst/>
                          <a:latin typeface="Times New Roman" pitchFamily="18" charset="0"/>
                          <a:ea typeface="新細明體" pitchFamily="18" charset="-120"/>
                        </a:rPr>
                        <a:t>中等</a:t>
                      </a:r>
                    </a:p>
                  </a:txBody>
                  <a:tcPr marL="91446" marR="91446" marT="45709" marB="45709" horzOverflow="overflow">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FCF0E8"/>
                    </a:solidFill>
                  </a:tcPr>
                </a:tc>
                <a:tc>
                  <a:txBody>
                    <a:bodyPr/>
                    <a:lstStyle>
                      <a:lvl1pPr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2pPr>
                      <a:lvl3pPr marL="1143000" indent="-228600" algn="just">
                        <a:lnSpc>
                          <a:spcPct val="120000"/>
                        </a:lnSpc>
                        <a:spcBef>
                          <a:spcPct val="20000"/>
                        </a:spcBef>
                        <a:defRPr kumimoji="1" sz="20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4pPr>
                      <a:lvl5pPr marL="2057400" indent="-228600" algn="just">
                        <a:lnSpc>
                          <a:spcPct val="120000"/>
                        </a:lnSpc>
                        <a:spcBef>
                          <a:spcPct val="20000"/>
                        </a:spcBef>
                        <a:defRPr kumimoji="1" sz="2000">
                          <a:solidFill>
                            <a:schemeClr val="bg2"/>
                          </a:solidFill>
                          <a:latin typeface="Times New Roman" pitchFamily="18" charset="0"/>
                          <a:ea typeface="新細明體" pitchFamily="18" charset="-120"/>
                        </a:defRPr>
                      </a:lvl5pPr>
                      <a:lvl6pPr marL="25146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6pPr>
                      <a:lvl7pPr marL="29718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7pPr>
                      <a:lvl8pPr marL="34290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8pPr>
                      <a:lvl9pPr marL="38862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1" lang="zh-TW" altLang="en-US" sz="1800" b="0" i="0" u="none" strike="noStrike" cap="none" normalizeH="0" baseline="0" smtClean="0">
                          <a:ln>
                            <a:noFill/>
                          </a:ln>
                          <a:solidFill>
                            <a:srgbClr val="000000"/>
                          </a:solidFill>
                          <a:effectLst/>
                          <a:latin typeface="Times New Roman" pitchFamily="18" charset="0"/>
                          <a:ea typeface="新細明體" pitchFamily="18" charset="-120"/>
                        </a:rPr>
                        <a:t>中等</a:t>
                      </a:r>
                    </a:p>
                  </a:txBody>
                  <a:tcPr marL="91446" marR="91446" marT="45709" marB="45709" horzOverflow="overflow">
                    <a:lnL>
                      <a:noFill/>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FCF0E8"/>
                    </a:solidFill>
                  </a:tcPr>
                </a:tc>
              </a:tr>
              <a:tr h="528638">
                <a:tc>
                  <a:txBody>
                    <a:bodyPr/>
                    <a:lstStyle>
                      <a:lvl1pPr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2pPr>
                      <a:lvl3pPr marL="1143000" indent="-228600" algn="just">
                        <a:lnSpc>
                          <a:spcPct val="120000"/>
                        </a:lnSpc>
                        <a:spcBef>
                          <a:spcPct val="20000"/>
                        </a:spcBef>
                        <a:defRPr kumimoji="1" sz="20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4pPr>
                      <a:lvl5pPr marL="2057400" indent="-228600" algn="just">
                        <a:lnSpc>
                          <a:spcPct val="120000"/>
                        </a:lnSpc>
                        <a:spcBef>
                          <a:spcPct val="20000"/>
                        </a:spcBef>
                        <a:defRPr kumimoji="1" sz="2000">
                          <a:solidFill>
                            <a:schemeClr val="bg2"/>
                          </a:solidFill>
                          <a:latin typeface="Times New Roman" pitchFamily="18" charset="0"/>
                          <a:ea typeface="新細明體" pitchFamily="18" charset="-120"/>
                        </a:defRPr>
                      </a:lvl5pPr>
                      <a:lvl6pPr marL="25146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6pPr>
                      <a:lvl7pPr marL="29718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7pPr>
                      <a:lvl8pPr marL="34290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8pPr>
                      <a:lvl9pPr marL="38862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1" lang="zh-TW" altLang="en-US" sz="1800" b="0" i="0" u="none" strike="noStrike" cap="none" normalizeH="0" baseline="0" smtClean="0">
                          <a:ln>
                            <a:noFill/>
                          </a:ln>
                          <a:solidFill>
                            <a:srgbClr val="000000"/>
                          </a:solidFill>
                          <a:effectLst/>
                          <a:latin typeface="Times New Roman" pitchFamily="18" charset="0"/>
                          <a:ea typeface="新細明體" pitchFamily="18" charset="-120"/>
                        </a:rPr>
                        <a:t>程序型</a:t>
                      </a:r>
                    </a:p>
                  </a:txBody>
                  <a:tcPr marL="91446" marR="91446" marT="45709" marB="45709" horzOverflow="overflow">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bg1"/>
                    </a:solidFill>
                  </a:tcPr>
                </a:tc>
                <a:tc>
                  <a:txBody>
                    <a:bodyPr/>
                    <a:lstStyle>
                      <a:lvl1pPr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2pPr>
                      <a:lvl3pPr marL="1143000" indent="-228600" algn="just">
                        <a:lnSpc>
                          <a:spcPct val="120000"/>
                        </a:lnSpc>
                        <a:spcBef>
                          <a:spcPct val="20000"/>
                        </a:spcBef>
                        <a:defRPr kumimoji="1" sz="20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4pPr>
                      <a:lvl5pPr marL="2057400" indent="-228600" algn="just">
                        <a:lnSpc>
                          <a:spcPct val="120000"/>
                        </a:lnSpc>
                        <a:spcBef>
                          <a:spcPct val="20000"/>
                        </a:spcBef>
                        <a:defRPr kumimoji="1" sz="2000">
                          <a:solidFill>
                            <a:schemeClr val="bg2"/>
                          </a:solidFill>
                          <a:latin typeface="Times New Roman" pitchFamily="18" charset="0"/>
                          <a:ea typeface="新細明體" pitchFamily="18" charset="-120"/>
                        </a:defRPr>
                      </a:lvl5pPr>
                      <a:lvl6pPr marL="25146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6pPr>
                      <a:lvl7pPr marL="29718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7pPr>
                      <a:lvl8pPr marL="34290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8pPr>
                      <a:lvl9pPr marL="38862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1" lang="zh-TW" altLang="en-US" sz="1800" b="0" i="0" u="none" strike="noStrike" cap="none" normalizeH="0" baseline="0" smtClean="0">
                          <a:ln>
                            <a:noFill/>
                          </a:ln>
                          <a:solidFill>
                            <a:srgbClr val="000000"/>
                          </a:solidFill>
                          <a:effectLst/>
                          <a:latin typeface="Times New Roman" pitchFamily="18" charset="0"/>
                          <a:ea typeface="新細明體" pitchFamily="18" charset="-120"/>
                        </a:rPr>
                        <a:t>變動</a:t>
                      </a:r>
                    </a:p>
                  </a:txBody>
                  <a:tcPr marL="91446" marR="91446" marT="45709" marB="45709" horzOverflow="overflow">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bg1"/>
                    </a:solidFill>
                  </a:tcPr>
                </a:tc>
                <a:tc>
                  <a:txBody>
                    <a:bodyPr/>
                    <a:lstStyle>
                      <a:lvl1pPr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2pPr>
                      <a:lvl3pPr marL="1143000" indent="-228600" algn="just">
                        <a:lnSpc>
                          <a:spcPct val="120000"/>
                        </a:lnSpc>
                        <a:spcBef>
                          <a:spcPct val="20000"/>
                        </a:spcBef>
                        <a:defRPr kumimoji="1" sz="20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4pPr>
                      <a:lvl5pPr marL="2057400" indent="-228600" algn="just">
                        <a:lnSpc>
                          <a:spcPct val="120000"/>
                        </a:lnSpc>
                        <a:spcBef>
                          <a:spcPct val="20000"/>
                        </a:spcBef>
                        <a:defRPr kumimoji="1" sz="2000">
                          <a:solidFill>
                            <a:schemeClr val="bg2"/>
                          </a:solidFill>
                          <a:latin typeface="Times New Roman" pitchFamily="18" charset="0"/>
                          <a:ea typeface="新細明體" pitchFamily="18" charset="-120"/>
                        </a:defRPr>
                      </a:lvl5pPr>
                      <a:lvl6pPr marL="25146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6pPr>
                      <a:lvl7pPr marL="29718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7pPr>
                      <a:lvl8pPr marL="34290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8pPr>
                      <a:lvl9pPr marL="38862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1" lang="zh-TW" altLang="en-US" sz="1800" b="0" i="0" u="none" strike="noStrike" cap="none" normalizeH="0" baseline="0" smtClean="0">
                          <a:ln>
                            <a:noFill/>
                          </a:ln>
                          <a:solidFill>
                            <a:srgbClr val="000000"/>
                          </a:solidFill>
                          <a:effectLst/>
                          <a:latin typeface="Times New Roman" pitchFamily="18" charset="0"/>
                          <a:ea typeface="新細明體" pitchFamily="18" charset="-120"/>
                        </a:rPr>
                        <a:t>中等</a:t>
                      </a:r>
                    </a:p>
                  </a:txBody>
                  <a:tcPr marL="91446" marR="91446" marT="45709" marB="45709" horzOverflow="overflow">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bg1"/>
                    </a:solidFill>
                  </a:tcPr>
                </a:tc>
                <a:tc>
                  <a:txBody>
                    <a:bodyPr/>
                    <a:lstStyle>
                      <a:lvl1pPr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2pPr>
                      <a:lvl3pPr marL="1143000" indent="-228600" algn="just">
                        <a:lnSpc>
                          <a:spcPct val="120000"/>
                        </a:lnSpc>
                        <a:spcBef>
                          <a:spcPct val="20000"/>
                        </a:spcBef>
                        <a:defRPr kumimoji="1" sz="20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4pPr>
                      <a:lvl5pPr marL="2057400" indent="-228600" algn="just">
                        <a:lnSpc>
                          <a:spcPct val="120000"/>
                        </a:lnSpc>
                        <a:spcBef>
                          <a:spcPct val="20000"/>
                        </a:spcBef>
                        <a:defRPr kumimoji="1" sz="2000">
                          <a:solidFill>
                            <a:schemeClr val="bg2"/>
                          </a:solidFill>
                          <a:latin typeface="Times New Roman" pitchFamily="18" charset="0"/>
                          <a:ea typeface="新細明體" pitchFamily="18" charset="-120"/>
                        </a:defRPr>
                      </a:lvl5pPr>
                      <a:lvl6pPr marL="25146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6pPr>
                      <a:lvl7pPr marL="29718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7pPr>
                      <a:lvl8pPr marL="34290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8pPr>
                      <a:lvl9pPr marL="38862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1" lang="zh-TW" altLang="en-US" sz="1800" b="0" i="0" u="none" strike="noStrike" cap="none" normalizeH="0" baseline="0" smtClean="0">
                          <a:ln>
                            <a:noFill/>
                          </a:ln>
                          <a:solidFill>
                            <a:srgbClr val="000000"/>
                          </a:solidFill>
                          <a:effectLst/>
                          <a:latin typeface="Times New Roman" pitchFamily="18" charset="0"/>
                          <a:ea typeface="新細明體" pitchFamily="18" charset="-120"/>
                        </a:rPr>
                        <a:t>佳</a:t>
                      </a:r>
                    </a:p>
                  </a:txBody>
                  <a:tcPr marL="91446" marR="91446" marT="45709" marB="45709" horzOverflow="overflow">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bg1"/>
                    </a:solidFill>
                  </a:tcPr>
                </a:tc>
                <a:tc>
                  <a:txBody>
                    <a:bodyPr/>
                    <a:lstStyle>
                      <a:lvl1pPr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2pPr>
                      <a:lvl3pPr marL="1143000" indent="-228600" algn="just">
                        <a:lnSpc>
                          <a:spcPct val="120000"/>
                        </a:lnSpc>
                        <a:spcBef>
                          <a:spcPct val="20000"/>
                        </a:spcBef>
                        <a:defRPr kumimoji="1" sz="20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4pPr>
                      <a:lvl5pPr marL="2057400" indent="-228600" algn="just">
                        <a:lnSpc>
                          <a:spcPct val="120000"/>
                        </a:lnSpc>
                        <a:spcBef>
                          <a:spcPct val="20000"/>
                        </a:spcBef>
                        <a:defRPr kumimoji="1" sz="2000">
                          <a:solidFill>
                            <a:schemeClr val="bg2"/>
                          </a:solidFill>
                          <a:latin typeface="Times New Roman" pitchFamily="18" charset="0"/>
                          <a:ea typeface="新細明體" pitchFamily="18" charset="-120"/>
                        </a:defRPr>
                      </a:lvl5pPr>
                      <a:lvl6pPr marL="25146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6pPr>
                      <a:lvl7pPr marL="29718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7pPr>
                      <a:lvl8pPr marL="34290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8pPr>
                      <a:lvl9pPr marL="38862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1" lang="zh-TW" altLang="en-US" sz="1800" b="0" i="0" u="none" strike="noStrike" cap="none" normalizeH="0" baseline="0" smtClean="0">
                          <a:ln>
                            <a:noFill/>
                          </a:ln>
                          <a:solidFill>
                            <a:srgbClr val="000000"/>
                          </a:solidFill>
                          <a:effectLst/>
                          <a:latin typeface="Times New Roman" pitchFamily="18" charset="0"/>
                          <a:ea typeface="新細明體" pitchFamily="18" charset="-120"/>
                        </a:rPr>
                        <a:t>變動</a:t>
                      </a:r>
                    </a:p>
                  </a:txBody>
                  <a:tcPr marL="91446" marR="91446" marT="45709" marB="45709" horzOverflow="overflow">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bg1"/>
                    </a:solidFill>
                  </a:tcPr>
                </a:tc>
                <a:tc>
                  <a:txBody>
                    <a:bodyPr/>
                    <a:lstStyle>
                      <a:lvl1pPr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2pPr>
                      <a:lvl3pPr marL="1143000" indent="-228600" algn="just">
                        <a:lnSpc>
                          <a:spcPct val="120000"/>
                        </a:lnSpc>
                        <a:spcBef>
                          <a:spcPct val="20000"/>
                        </a:spcBef>
                        <a:defRPr kumimoji="1" sz="20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4pPr>
                      <a:lvl5pPr marL="2057400" indent="-228600" algn="just">
                        <a:lnSpc>
                          <a:spcPct val="120000"/>
                        </a:lnSpc>
                        <a:spcBef>
                          <a:spcPct val="20000"/>
                        </a:spcBef>
                        <a:defRPr kumimoji="1" sz="2000">
                          <a:solidFill>
                            <a:schemeClr val="bg2"/>
                          </a:solidFill>
                          <a:latin typeface="Times New Roman" pitchFamily="18" charset="0"/>
                          <a:ea typeface="新細明體" pitchFamily="18" charset="-120"/>
                        </a:defRPr>
                      </a:lvl5pPr>
                      <a:lvl6pPr marL="25146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6pPr>
                      <a:lvl7pPr marL="29718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7pPr>
                      <a:lvl8pPr marL="34290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8pPr>
                      <a:lvl9pPr marL="38862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1" lang="zh-TW" altLang="en-US" sz="1800" b="0" i="0" u="none" strike="noStrike" cap="none" normalizeH="0" baseline="0" smtClean="0">
                          <a:ln>
                            <a:noFill/>
                          </a:ln>
                          <a:solidFill>
                            <a:srgbClr val="000000"/>
                          </a:solidFill>
                          <a:effectLst/>
                          <a:latin typeface="Times New Roman" pitchFamily="18" charset="0"/>
                          <a:ea typeface="新細明體" pitchFamily="18" charset="-120"/>
                        </a:rPr>
                        <a:t>變動</a:t>
                      </a:r>
                    </a:p>
                  </a:txBody>
                  <a:tcPr marL="91446" marR="91446" marT="45709" marB="45709" horzOverflow="overflow">
                    <a:lnL>
                      <a:noFill/>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bg1"/>
                    </a:solidFill>
                  </a:tcPr>
                </a:tc>
              </a:tr>
              <a:tr h="525463">
                <a:tc>
                  <a:txBody>
                    <a:bodyPr/>
                    <a:lstStyle>
                      <a:lvl1pPr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2pPr>
                      <a:lvl3pPr marL="1143000" indent="-228600" algn="just">
                        <a:lnSpc>
                          <a:spcPct val="120000"/>
                        </a:lnSpc>
                        <a:spcBef>
                          <a:spcPct val="20000"/>
                        </a:spcBef>
                        <a:defRPr kumimoji="1" sz="20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4pPr>
                      <a:lvl5pPr marL="2057400" indent="-228600" algn="just">
                        <a:lnSpc>
                          <a:spcPct val="120000"/>
                        </a:lnSpc>
                        <a:spcBef>
                          <a:spcPct val="20000"/>
                        </a:spcBef>
                        <a:defRPr kumimoji="1" sz="2000">
                          <a:solidFill>
                            <a:schemeClr val="bg2"/>
                          </a:solidFill>
                          <a:latin typeface="Times New Roman" pitchFamily="18" charset="0"/>
                          <a:ea typeface="新細明體" pitchFamily="18" charset="-120"/>
                        </a:defRPr>
                      </a:lvl5pPr>
                      <a:lvl6pPr marL="25146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6pPr>
                      <a:lvl7pPr marL="29718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7pPr>
                      <a:lvl8pPr marL="34290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8pPr>
                      <a:lvl9pPr marL="38862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1" lang="zh-TW" altLang="en-US" sz="1800" b="0" i="0" u="none" strike="noStrike" cap="none" normalizeH="0" baseline="0" smtClean="0">
                          <a:ln>
                            <a:noFill/>
                          </a:ln>
                          <a:solidFill>
                            <a:srgbClr val="000000"/>
                          </a:solidFill>
                          <a:effectLst/>
                          <a:latin typeface="Times New Roman" pitchFamily="18" charset="0"/>
                          <a:ea typeface="新細明體" pitchFamily="18" charset="-120"/>
                        </a:rPr>
                        <a:t>暫時型</a:t>
                      </a:r>
                    </a:p>
                  </a:txBody>
                  <a:tcPr marL="91446" marR="91446" marT="45709" marB="45709" horzOverflow="overflow">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FCF0E8"/>
                    </a:solidFill>
                  </a:tcPr>
                </a:tc>
                <a:tc>
                  <a:txBody>
                    <a:bodyPr/>
                    <a:lstStyle>
                      <a:lvl1pPr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2pPr>
                      <a:lvl3pPr marL="1143000" indent="-228600" algn="just">
                        <a:lnSpc>
                          <a:spcPct val="120000"/>
                        </a:lnSpc>
                        <a:spcBef>
                          <a:spcPct val="20000"/>
                        </a:spcBef>
                        <a:defRPr kumimoji="1" sz="20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4pPr>
                      <a:lvl5pPr marL="2057400" indent="-228600" algn="just">
                        <a:lnSpc>
                          <a:spcPct val="120000"/>
                        </a:lnSpc>
                        <a:spcBef>
                          <a:spcPct val="20000"/>
                        </a:spcBef>
                        <a:defRPr kumimoji="1" sz="2000">
                          <a:solidFill>
                            <a:schemeClr val="bg2"/>
                          </a:solidFill>
                          <a:latin typeface="Times New Roman" pitchFamily="18" charset="0"/>
                          <a:ea typeface="新細明體" pitchFamily="18" charset="-120"/>
                        </a:defRPr>
                      </a:lvl5pPr>
                      <a:lvl6pPr marL="25146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6pPr>
                      <a:lvl7pPr marL="29718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7pPr>
                      <a:lvl8pPr marL="34290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8pPr>
                      <a:lvl9pPr marL="38862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1" lang="zh-TW" altLang="en-US" sz="1800" b="0" i="0" u="none" strike="noStrike" cap="none" normalizeH="0" baseline="0" smtClean="0">
                          <a:ln>
                            <a:noFill/>
                          </a:ln>
                          <a:solidFill>
                            <a:srgbClr val="000000"/>
                          </a:solidFill>
                          <a:effectLst/>
                          <a:latin typeface="Times New Roman" pitchFamily="18" charset="0"/>
                          <a:ea typeface="新細明體" pitchFamily="18" charset="-120"/>
                        </a:rPr>
                        <a:t>大</a:t>
                      </a:r>
                    </a:p>
                  </a:txBody>
                  <a:tcPr marL="91446" marR="91446" marT="45709" marB="45709" horzOverflow="overflow">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FCF0E8"/>
                    </a:solidFill>
                  </a:tcPr>
                </a:tc>
                <a:tc>
                  <a:txBody>
                    <a:bodyPr/>
                    <a:lstStyle>
                      <a:lvl1pPr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2pPr>
                      <a:lvl3pPr marL="1143000" indent="-228600" algn="just">
                        <a:lnSpc>
                          <a:spcPct val="120000"/>
                        </a:lnSpc>
                        <a:spcBef>
                          <a:spcPct val="20000"/>
                        </a:spcBef>
                        <a:defRPr kumimoji="1" sz="20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4pPr>
                      <a:lvl5pPr marL="2057400" indent="-228600" algn="just">
                        <a:lnSpc>
                          <a:spcPct val="120000"/>
                        </a:lnSpc>
                        <a:spcBef>
                          <a:spcPct val="20000"/>
                        </a:spcBef>
                        <a:defRPr kumimoji="1" sz="2000">
                          <a:solidFill>
                            <a:schemeClr val="bg2"/>
                          </a:solidFill>
                          <a:latin typeface="Times New Roman" pitchFamily="18" charset="0"/>
                          <a:ea typeface="新細明體" pitchFamily="18" charset="-120"/>
                        </a:defRPr>
                      </a:lvl5pPr>
                      <a:lvl6pPr marL="25146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6pPr>
                      <a:lvl7pPr marL="29718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7pPr>
                      <a:lvl8pPr marL="34290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8pPr>
                      <a:lvl9pPr marL="38862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1" lang="zh-TW" altLang="en-US" sz="1800" b="0" i="0" u="none" strike="noStrike" cap="none" normalizeH="0" baseline="0" smtClean="0">
                          <a:ln>
                            <a:noFill/>
                          </a:ln>
                          <a:solidFill>
                            <a:srgbClr val="000000"/>
                          </a:solidFill>
                          <a:effectLst/>
                          <a:latin typeface="Times New Roman" pitchFamily="18" charset="0"/>
                          <a:ea typeface="新細明體" pitchFamily="18" charset="-120"/>
                        </a:rPr>
                        <a:t>中等</a:t>
                      </a:r>
                    </a:p>
                  </a:txBody>
                  <a:tcPr marL="91446" marR="91446" marT="45709" marB="45709" horzOverflow="overflow">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FCF0E8"/>
                    </a:solidFill>
                  </a:tcPr>
                </a:tc>
                <a:tc>
                  <a:txBody>
                    <a:bodyPr/>
                    <a:lstStyle>
                      <a:lvl1pPr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2pPr>
                      <a:lvl3pPr marL="1143000" indent="-228600" algn="just">
                        <a:lnSpc>
                          <a:spcPct val="120000"/>
                        </a:lnSpc>
                        <a:spcBef>
                          <a:spcPct val="20000"/>
                        </a:spcBef>
                        <a:defRPr kumimoji="1" sz="20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4pPr>
                      <a:lvl5pPr marL="2057400" indent="-228600" algn="just">
                        <a:lnSpc>
                          <a:spcPct val="120000"/>
                        </a:lnSpc>
                        <a:spcBef>
                          <a:spcPct val="20000"/>
                        </a:spcBef>
                        <a:defRPr kumimoji="1" sz="2000">
                          <a:solidFill>
                            <a:schemeClr val="bg2"/>
                          </a:solidFill>
                          <a:latin typeface="Times New Roman" pitchFamily="18" charset="0"/>
                          <a:ea typeface="新細明體" pitchFamily="18" charset="-120"/>
                        </a:defRPr>
                      </a:lvl5pPr>
                      <a:lvl6pPr marL="25146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6pPr>
                      <a:lvl7pPr marL="29718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7pPr>
                      <a:lvl8pPr marL="34290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8pPr>
                      <a:lvl9pPr marL="38862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1" lang="zh-TW" altLang="en-US" sz="1800" b="0" i="0" u="none" strike="noStrike" cap="none" normalizeH="0" baseline="0" smtClean="0">
                          <a:ln>
                            <a:noFill/>
                          </a:ln>
                          <a:solidFill>
                            <a:srgbClr val="000000"/>
                          </a:solidFill>
                          <a:effectLst/>
                          <a:latin typeface="Times New Roman" pitchFamily="18" charset="0"/>
                          <a:ea typeface="新細明體" pitchFamily="18" charset="-120"/>
                        </a:rPr>
                        <a:t>很差</a:t>
                      </a:r>
                    </a:p>
                  </a:txBody>
                  <a:tcPr marL="91446" marR="91446" marT="45709" marB="45709" horzOverflow="overflow">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FCF0E8"/>
                    </a:solidFill>
                  </a:tcPr>
                </a:tc>
                <a:tc>
                  <a:txBody>
                    <a:bodyPr/>
                    <a:lstStyle>
                      <a:lvl1pPr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2pPr>
                      <a:lvl3pPr marL="1143000" indent="-228600" algn="just">
                        <a:lnSpc>
                          <a:spcPct val="120000"/>
                        </a:lnSpc>
                        <a:spcBef>
                          <a:spcPct val="20000"/>
                        </a:spcBef>
                        <a:defRPr kumimoji="1" sz="20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4pPr>
                      <a:lvl5pPr marL="2057400" indent="-228600" algn="just">
                        <a:lnSpc>
                          <a:spcPct val="120000"/>
                        </a:lnSpc>
                        <a:spcBef>
                          <a:spcPct val="20000"/>
                        </a:spcBef>
                        <a:defRPr kumimoji="1" sz="2000">
                          <a:solidFill>
                            <a:schemeClr val="bg2"/>
                          </a:solidFill>
                          <a:latin typeface="Times New Roman" pitchFamily="18" charset="0"/>
                          <a:ea typeface="新細明體" pitchFamily="18" charset="-120"/>
                        </a:defRPr>
                      </a:lvl5pPr>
                      <a:lvl6pPr marL="25146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6pPr>
                      <a:lvl7pPr marL="29718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7pPr>
                      <a:lvl8pPr marL="34290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8pPr>
                      <a:lvl9pPr marL="38862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1" lang="zh-TW" altLang="en-US" sz="1800" b="0" i="0" u="none" strike="noStrike" cap="none" normalizeH="0" baseline="0" smtClean="0">
                          <a:ln>
                            <a:noFill/>
                          </a:ln>
                          <a:solidFill>
                            <a:srgbClr val="000000"/>
                          </a:solidFill>
                          <a:effectLst/>
                          <a:latin typeface="Times New Roman" pitchFamily="18" charset="0"/>
                          <a:ea typeface="新細明體" pitchFamily="18" charset="-120"/>
                        </a:rPr>
                        <a:t>中等</a:t>
                      </a:r>
                    </a:p>
                  </a:txBody>
                  <a:tcPr marL="91446" marR="91446" marT="45709" marB="45709" horzOverflow="overflow">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FCF0E8"/>
                    </a:solidFill>
                  </a:tcPr>
                </a:tc>
                <a:tc>
                  <a:txBody>
                    <a:bodyPr/>
                    <a:lstStyle>
                      <a:lvl1pPr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2pPr>
                      <a:lvl3pPr marL="1143000" indent="-228600" algn="just">
                        <a:lnSpc>
                          <a:spcPct val="120000"/>
                        </a:lnSpc>
                        <a:spcBef>
                          <a:spcPct val="20000"/>
                        </a:spcBef>
                        <a:defRPr kumimoji="1" sz="20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4pPr>
                      <a:lvl5pPr marL="2057400" indent="-228600" algn="just">
                        <a:lnSpc>
                          <a:spcPct val="120000"/>
                        </a:lnSpc>
                        <a:spcBef>
                          <a:spcPct val="20000"/>
                        </a:spcBef>
                        <a:defRPr kumimoji="1" sz="2000">
                          <a:solidFill>
                            <a:schemeClr val="bg2"/>
                          </a:solidFill>
                          <a:latin typeface="Times New Roman" pitchFamily="18" charset="0"/>
                          <a:ea typeface="新細明體" pitchFamily="18" charset="-120"/>
                        </a:defRPr>
                      </a:lvl5pPr>
                      <a:lvl6pPr marL="25146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6pPr>
                      <a:lvl7pPr marL="29718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7pPr>
                      <a:lvl8pPr marL="34290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8pPr>
                      <a:lvl9pPr marL="38862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1" lang="zh-TW" altLang="en-US" sz="1800" b="0" i="0" u="none" strike="noStrike" cap="none" normalizeH="0" baseline="0" smtClean="0">
                          <a:ln>
                            <a:noFill/>
                          </a:ln>
                          <a:solidFill>
                            <a:srgbClr val="000000"/>
                          </a:solidFill>
                          <a:effectLst/>
                          <a:latin typeface="Times New Roman" pitchFamily="18" charset="0"/>
                          <a:ea typeface="新細明體" pitchFamily="18" charset="-120"/>
                        </a:rPr>
                        <a:t>中等</a:t>
                      </a:r>
                    </a:p>
                  </a:txBody>
                  <a:tcPr marL="91446" marR="91446" marT="45709" marB="45709" horzOverflow="overflow">
                    <a:lnL>
                      <a:noFill/>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FCF0E8"/>
                    </a:solidFill>
                  </a:tcPr>
                </a:tc>
              </a:tr>
              <a:tr h="528638">
                <a:tc>
                  <a:txBody>
                    <a:bodyPr/>
                    <a:lstStyle>
                      <a:lvl1pPr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2pPr>
                      <a:lvl3pPr marL="1143000" indent="-228600" algn="just">
                        <a:lnSpc>
                          <a:spcPct val="120000"/>
                        </a:lnSpc>
                        <a:spcBef>
                          <a:spcPct val="20000"/>
                        </a:spcBef>
                        <a:defRPr kumimoji="1" sz="20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4pPr>
                      <a:lvl5pPr marL="2057400" indent="-228600" algn="just">
                        <a:lnSpc>
                          <a:spcPct val="120000"/>
                        </a:lnSpc>
                        <a:spcBef>
                          <a:spcPct val="20000"/>
                        </a:spcBef>
                        <a:defRPr kumimoji="1" sz="2000">
                          <a:solidFill>
                            <a:schemeClr val="bg2"/>
                          </a:solidFill>
                          <a:latin typeface="Times New Roman" pitchFamily="18" charset="0"/>
                          <a:ea typeface="新細明體" pitchFamily="18" charset="-120"/>
                        </a:defRPr>
                      </a:lvl5pPr>
                      <a:lvl6pPr marL="25146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6pPr>
                      <a:lvl7pPr marL="29718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7pPr>
                      <a:lvl8pPr marL="34290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8pPr>
                      <a:lvl9pPr marL="38862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1" lang="zh-TW" altLang="en-US" sz="1800" b="0" i="0" u="none" strike="noStrike" cap="none" normalizeH="0" baseline="0" smtClean="0">
                          <a:ln>
                            <a:noFill/>
                          </a:ln>
                          <a:solidFill>
                            <a:srgbClr val="000000"/>
                          </a:solidFill>
                          <a:effectLst/>
                          <a:latin typeface="Times New Roman" pitchFamily="18" charset="0"/>
                          <a:ea typeface="新細明體" pitchFamily="18" charset="-120"/>
                        </a:rPr>
                        <a:t>邏輯型</a:t>
                      </a:r>
                    </a:p>
                  </a:txBody>
                  <a:tcPr marL="91446" marR="91446" marT="45709" marB="45709" horzOverflow="overflow">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bg1"/>
                    </a:solidFill>
                  </a:tcPr>
                </a:tc>
                <a:tc>
                  <a:txBody>
                    <a:bodyPr/>
                    <a:lstStyle>
                      <a:lvl1pPr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2pPr>
                      <a:lvl3pPr marL="1143000" indent="-228600" algn="just">
                        <a:lnSpc>
                          <a:spcPct val="120000"/>
                        </a:lnSpc>
                        <a:spcBef>
                          <a:spcPct val="20000"/>
                        </a:spcBef>
                        <a:defRPr kumimoji="1" sz="20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4pPr>
                      <a:lvl5pPr marL="2057400" indent="-228600" algn="just">
                        <a:lnSpc>
                          <a:spcPct val="120000"/>
                        </a:lnSpc>
                        <a:spcBef>
                          <a:spcPct val="20000"/>
                        </a:spcBef>
                        <a:defRPr kumimoji="1" sz="2000">
                          <a:solidFill>
                            <a:schemeClr val="bg2"/>
                          </a:solidFill>
                          <a:latin typeface="Times New Roman" pitchFamily="18" charset="0"/>
                          <a:ea typeface="新細明體" pitchFamily="18" charset="-120"/>
                        </a:defRPr>
                      </a:lvl5pPr>
                      <a:lvl6pPr marL="25146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6pPr>
                      <a:lvl7pPr marL="29718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7pPr>
                      <a:lvl8pPr marL="34290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8pPr>
                      <a:lvl9pPr marL="38862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1" lang="zh-TW" altLang="en-US" sz="1800" b="0" i="0" u="none" strike="noStrike" cap="none" normalizeH="0" baseline="0" smtClean="0">
                          <a:ln>
                            <a:noFill/>
                          </a:ln>
                          <a:solidFill>
                            <a:srgbClr val="000000"/>
                          </a:solidFill>
                          <a:effectLst/>
                          <a:latin typeface="Times New Roman" pitchFamily="18" charset="0"/>
                          <a:ea typeface="新細明體" pitchFamily="18" charset="-120"/>
                        </a:rPr>
                        <a:t>很大</a:t>
                      </a:r>
                    </a:p>
                  </a:txBody>
                  <a:tcPr marL="91446" marR="91446" marT="45709" marB="45709" horzOverflow="overflow">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bg1"/>
                    </a:solidFill>
                  </a:tcPr>
                </a:tc>
                <a:tc>
                  <a:txBody>
                    <a:bodyPr/>
                    <a:lstStyle>
                      <a:lvl1pPr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2pPr>
                      <a:lvl3pPr marL="1143000" indent="-228600" algn="just">
                        <a:lnSpc>
                          <a:spcPct val="120000"/>
                        </a:lnSpc>
                        <a:spcBef>
                          <a:spcPct val="20000"/>
                        </a:spcBef>
                        <a:defRPr kumimoji="1" sz="20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4pPr>
                      <a:lvl5pPr marL="2057400" indent="-228600" algn="just">
                        <a:lnSpc>
                          <a:spcPct val="120000"/>
                        </a:lnSpc>
                        <a:spcBef>
                          <a:spcPct val="20000"/>
                        </a:spcBef>
                        <a:defRPr kumimoji="1" sz="2000">
                          <a:solidFill>
                            <a:schemeClr val="bg2"/>
                          </a:solidFill>
                          <a:latin typeface="Times New Roman" pitchFamily="18" charset="0"/>
                          <a:ea typeface="新細明體" pitchFamily="18" charset="-120"/>
                        </a:defRPr>
                      </a:lvl5pPr>
                      <a:lvl6pPr marL="25146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6pPr>
                      <a:lvl7pPr marL="29718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7pPr>
                      <a:lvl8pPr marL="34290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8pPr>
                      <a:lvl9pPr marL="38862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1" lang="zh-TW" altLang="en-US" sz="1800" b="0" i="0" u="none" strike="noStrike" cap="none" normalizeH="0" baseline="0" smtClean="0">
                          <a:ln>
                            <a:noFill/>
                          </a:ln>
                          <a:solidFill>
                            <a:srgbClr val="000000"/>
                          </a:solidFill>
                          <a:effectLst/>
                          <a:latin typeface="Times New Roman" pitchFamily="18" charset="0"/>
                          <a:ea typeface="新細明體" pitchFamily="18" charset="-120"/>
                        </a:rPr>
                        <a:t>很難</a:t>
                      </a:r>
                    </a:p>
                  </a:txBody>
                  <a:tcPr marL="91446" marR="91446" marT="45709" marB="45709" horzOverflow="overflow">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bg1"/>
                    </a:solidFill>
                  </a:tcPr>
                </a:tc>
                <a:tc>
                  <a:txBody>
                    <a:bodyPr/>
                    <a:lstStyle>
                      <a:lvl1pPr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2pPr>
                      <a:lvl3pPr marL="1143000" indent="-228600" algn="just">
                        <a:lnSpc>
                          <a:spcPct val="120000"/>
                        </a:lnSpc>
                        <a:spcBef>
                          <a:spcPct val="20000"/>
                        </a:spcBef>
                        <a:defRPr kumimoji="1" sz="20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4pPr>
                      <a:lvl5pPr marL="2057400" indent="-228600" algn="just">
                        <a:lnSpc>
                          <a:spcPct val="120000"/>
                        </a:lnSpc>
                        <a:spcBef>
                          <a:spcPct val="20000"/>
                        </a:spcBef>
                        <a:defRPr kumimoji="1" sz="2000">
                          <a:solidFill>
                            <a:schemeClr val="bg2"/>
                          </a:solidFill>
                          <a:latin typeface="Times New Roman" pitchFamily="18" charset="0"/>
                          <a:ea typeface="新細明體" pitchFamily="18" charset="-120"/>
                        </a:defRPr>
                      </a:lvl5pPr>
                      <a:lvl6pPr marL="25146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6pPr>
                      <a:lvl7pPr marL="29718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7pPr>
                      <a:lvl8pPr marL="34290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8pPr>
                      <a:lvl9pPr marL="38862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1" lang="zh-TW" altLang="en-US" sz="1800" b="0" i="0" u="none" strike="noStrike" cap="none" normalizeH="0" baseline="0" smtClean="0">
                          <a:ln>
                            <a:noFill/>
                          </a:ln>
                          <a:solidFill>
                            <a:srgbClr val="000000"/>
                          </a:solidFill>
                          <a:effectLst/>
                          <a:latin typeface="Times New Roman" pitchFamily="18" charset="0"/>
                          <a:ea typeface="新細明體" pitchFamily="18" charset="-120"/>
                        </a:rPr>
                        <a:t>很差</a:t>
                      </a:r>
                    </a:p>
                  </a:txBody>
                  <a:tcPr marL="91446" marR="91446" marT="45709" marB="45709" horzOverflow="overflow">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bg1"/>
                    </a:solidFill>
                  </a:tcPr>
                </a:tc>
                <a:tc>
                  <a:txBody>
                    <a:bodyPr/>
                    <a:lstStyle>
                      <a:lvl1pPr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2pPr>
                      <a:lvl3pPr marL="1143000" indent="-228600" algn="just">
                        <a:lnSpc>
                          <a:spcPct val="120000"/>
                        </a:lnSpc>
                        <a:spcBef>
                          <a:spcPct val="20000"/>
                        </a:spcBef>
                        <a:defRPr kumimoji="1" sz="20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4pPr>
                      <a:lvl5pPr marL="2057400" indent="-228600" algn="just">
                        <a:lnSpc>
                          <a:spcPct val="120000"/>
                        </a:lnSpc>
                        <a:spcBef>
                          <a:spcPct val="20000"/>
                        </a:spcBef>
                        <a:defRPr kumimoji="1" sz="2000">
                          <a:solidFill>
                            <a:schemeClr val="bg2"/>
                          </a:solidFill>
                          <a:latin typeface="Times New Roman" pitchFamily="18" charset="0"/>
                          <a:ea typeface="新細明體" pitchFamily="18" charset="-120"/>
                        </a:defRPr>
                      </a:lvl5pPr>
                      <a:lvl6pPr marL="25146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6pPr>
                      <a:lvl7pPr marL="29718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7pPr>
                      <a:lvl8pPr marL="34290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8pPr>
                      <a:lvl9pPr marL="38862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1" lang="zh-TW" altLang="en-US" sz="1800" b="0" i="0" u="none" strike="noStrike" cap="none" normalizeH="0" baseline="0" smtClean="0">
                          <a:ln>
                            <a:noFill/>
                          </a:ln>
                          <a:solidFill>
                            <a:srgbClr val="000000"/>
                          </a:solidFill>
                          <a:effectLst/>
                          <a:latin typeface="Times New Roman" pitchFamily="18" charset="0"/>
                          <a:ea typeface="新細明體" pitchFamily="18" charset="-120"/>
                        </a:rPr>
                        <a:t>很差</a:t>
                      </a:r>
                    </a:p>
                  </a:txBody>
                  <a:tcPr marL="91446" marR="91446" marT="45709" marB="45709" horzOverflow="overflow">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bg1"/>
                    </a:solidFill>
                  </a:tcPr>
                </a:tc>
                <a:tc>
                  <a:txBody>
                    <a:bodyPr/>
                    <a:lstStyle>
                      <a:lvl1pPr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2pPr>
                      <a:lvl3pPr marL="1143000" indent="-228600" algn="just">
                        <a:lnSpc>
                          <a:spcPct val="120000"/>
                        </a:lnSpc>
                        <a:spcBef>
                          <a:spcPct val="20000"/>
                        </a:spcBef>
                        <a:defRPr kumimoji="1" sz="20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4pPr>
                      <a:lvl5pPr marL="2057400" indent="-228600" algn="just">
                        <a:lnSpc>
                          <a:spcPct val="120000"/>
                        </a:lnSpc>
                        <a:spcBef>
                          <a:spcPct val="20000"/>
                        </a:spcBef>
                        <a:defRPr kumimoji="1" sz="2000">
                          <a:solidFill>
                            <a:schemeClr val="bg2"/>
                          </a:solidFill>
                          <a:latin typeface="Times New Roman" pitchFamily="18" charset="0"/>
                          <a:ea typeface="新細明體" pitchFamily="18" charset="-120"/>
                        </a:defRPr>
                      </a:lvl5pPr>
                      <a:lvl6pPr marL="25146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6pPr>
                      <a:lvl7pPr marL="29718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7pPr>
                      <a:lvl8pPr marL="34290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8pPr>
                      <a:lvl9pPr marL="38862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1" lang="zh-TW" altLang="en-US" sz="1800" b="0" i="0" u="none" strike="noStrike" cap="none" normalizeH="0" baseline="0" smtClean="0">
                          <a:ln>
                            <a:noFill/>
                          </a:ln>
                          <a:solidFill>
                            <a:srgbClr val="000000"/>
                          </a:solidFill>
                          <a:effectLst/>
                          <a:latin typeface="Times New Roman" pitchFamily="18" charset="0"/>
                          <a:ea typeface="新細明體" pitchFamily="18" charset="-120"/>
                        </a:rPr>
                        <a:t>差</a:t>
                      </a:r>
                    </a:p>
                  </a:txBody>
                  <a:tcPr marL="91446" marR="91446" marT="45709" marB="45709" horzOverflow="overflow">
                    <a:lnL>
                      <a:noFill/>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bg1"/>
                    </a:solidFill>
                  </a:tcPr>
                </a:tc>
              </a:tr>
              <a:tr h="528638">
                <a:tc>
                  <a:txBody>
                    <a:bodyPr/>
                    <a:lstStyle>
                      <a:lvl1pPr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2pPr>
                      <a:lvl3pPr marL="1143000" indent="-228600" algn="just">
                        <a:lnSpc>
                          <a:spcPct val="120000"/>
                        </a:lnSpc>
                        <a:spcBef>
                          <a:spcPct val="20000"/>
                        </a:spcBef>
                        <a:defRPr kumimoji="1" sz="20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4pPr>
                      <a:lvl5pPr marL="2057400" indent="-228600" algn="just">
                        <a:lnSpc>
                          <a:spcPct val="120000"/>
                        </a:lnSpc>
                        <a:spcBef>
                          <a:spcPct val="20000"/>
                        </a:spcBef>
                        <a:defRPr kumimoji="1" sz="2000">
                          <a:solidFill>
                            <a:schemeClr val="bg2"/>
                          </a:solidFill>
                          <a:latin typeface="Times New Roman" pitchFamily="18" charset="0"/>
                          <a:ea typeface="新細明體" pitchFamily="18" charset="-120"/>
                        </a:defRPr>
                      </a:lvl5pPr>
                      <a:lvl6pPr marL="25146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6pPr>
                      <a:lvl7pPr marL="29718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7pPr>
                      <a:lvl8pPr marL="34290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8pPr>
                      <a:lvl9pPr marL="38862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1" lang="zh-TW" altLang="en-US" sz="1800" b="0" i="0" u="none" strike="noStrike" cap="none" normalizeH="0" baseline="0" smtClean="0">
                          <a:ln>
                            <a:noFill/>
                          </a:ln>
                          <a:solidFill>
                            <a:srgbClr val="000000"/>
                          </a:solidFill>
                          <a:effectLst/>
                          <a:latin typeface="Times New Roman" pitchFamily="18" charset="0"/>
                          <a:ea typeface="新細明體" pitchFamily="18" charset="-120"/>
                        </a:rPr>
                        <a:t>偶發型</a:t>
                      </a:r>
                    </a:p>
                  </a:txBody>
                  <a:tcPr marL="91446" marR="91446" marT="45709" marB="45709" horzOverflow="overflow">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FCF0E8"/>
                    </a:solidFill>
                  </a:tcPr>
                </a:tc>
                <a:tc>
                  <a:txBody>
                    <a:bodyPr/>
                    <a:lstStyle>
                      <a:lvl1pPr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2pPr>
                      <a:lvl3pPr marL="1143000" indent="-228600" algn="just">
                        <a:lnSpc>
                          <a:spcPct val="120000"/>
                        </a:lnSpc>
                        <a:spcBef>
                          <a:spcPct val="20000"/>
                        </a:spcBef>
                        <a:defRPr kumimoji="1" sz="20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4pPr>
                      <a:lvl5pPr marL="2057400" indent="-228600" algn="just">
                        <a:lnSpc>
                          <a:spcPct val="120000"/>
                        </a:lnSpc>
                        <a:spcBef>
                          <a:spcPct val="20000"/>
                        </a:spcBef>
                        <a:defRPr kumimoji="1" sz="2000">
                          <a:solidFill>
                            <a:schemeClr val="bg2"/>
                          </a:solidFill>
                          <a:latin typeface="Times New Roman" pitchFamily="18" charset="0"/>
                          <a:ea typeface="新細明體" pitchFamily="18" charset="-120"/>
                        </a:defRPr>
                      </a:lvl5pPr>
                      <a:lvl6pPr marL="25146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6pPr>
                      <a:lvl7pPr marL="29718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7pPr>
                      <a:lvl8pPr marL="34290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8pPr>
                      <a:lvl9pPr marL="38862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1" lang="zh-TW" altLang="en-US" sz="1800" b="0" i="0" u="none" strike="noStrike" cap="none" normalizeH="0" baseline="0" smtClean="0">
                          <a:ln>
                            <a:noFill/>
                          </a:ln>
                          <a:solidFill>
                            <a:srgbClr val="000000"/>
                          </a:solidFill>
                          <a:effectLst/>
                          <a:latin typeface="Times New Roman" pitchFamily="18" charset="0"/>
                          <a:ea typeface="新細明體" pitchFamily="18" charset="-120"/>
                        </a:rPr>
                        <a:t>很大</a:t>
                      </a:r>
                    </a:p>
                  </a:txBody>
                  <a:tcPr marL="91446" marR="91446" marT="45709" marB="45709" horzOverflow="overflow">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FCF0E8"/>
                    </a:solidFill>
                  </a:tcPr>
                </a:tc>
                <a:tc>
                  <a:txBody>
                    <a:bodyPr/>
                    <a:lstStyle>
                      <a:lvl1pPr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2pPr>
                      <a:lvl3pPr marL="1143000" indent="-228600" algn="just">
                        <a:lnSpc>
                          <a:spcPct val="120000"/>
                        </a:lnSpc>
                        <a:spcBef>
                          <a:spcPct val="20000"/>
                        </a:spcBef>
                        <a:defRPr kumimoji="1" sz="20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4pPr>
                      <a:lvl5pPr marL="2057400" indent="-228600" algn="just">
                        <a:lnSpc>
                          <a:spcPct val="120000"/>
                        </a:lnSpc>
                        <a:spcBef>
                          <a:spcPct val="20000"/>
                        </a:spcBef>
                        <a:defRPr kumimoji="1" sz="2000">
                          <a:solidFill>
                            <a:schemeClr val="bg2"/>
                          </a:solidFill>
                          <a:latin typeface="Times New Roman" pitchFamily="18" charset="0"/>
                          <a:ea typeface="新細明體" pitchFamily="18" charset="-120"/>
                        </a:defRPr>
                      </a:lvl5pPr>
                      <a:lvl6pPr marL="25146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6pPr>
                      <a:lvl7pPr marL="29718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7pPr>
                      <a:lvl8pPr marL="34290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8pPr>
                      <a:lvl9pPr marL="38862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1" lang="zh-TW" altLang="en-US" sz="1800" b="0" i="0" u="none" strike="noStrike" cap="none" normalizeH="0" baseline="0" smtClean="0">
                          <a:ln>
                            <a:noFill/>
                          </a:ln>
                          <a:solidFill>
                            <a:srgbClr val="000000"/>
                          </a:solidFill>
                          <a:effectLst/>
                          <a:latin typeface="Times New Roman" pitchFamily="18" charset="0"/>
                          <a:ea typeface="新細明體" pitchFamily="18" charset="-120"/>
                        </a:rPr>
                        <a:t>難</a:t>
                      </a:r>
                    </a:p>
                  </a:txBody>
                  <a:tcPr marL="91446" marR="91446" marT="45709" marB="45709" horzOverflow="overflow">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FCF0E8"/>
                    </a:solidFill>
                  </a:tcPr>
                </a:tc>
                <a:tc>
                  <a:txBody>
                    <a:bodyPr/>
                    <a:lstStyle>
                      <a:lvl1pPr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2pPr>
                      <a:lvl3pPr marL="1143000" indent="-228600" algn="just">
                        <a:lnSpc>
                          <a:spcPct val="120000"/>
                        </a:lnSpc>
                        <a:spcBef>
                          <a:spcPct val="20000"/>
                        </a:spcBef>
                        <a:defRPr kumimoji="1" sz="20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4pPr>
                      <a:lvl5pPr marL="2057400" indent="-228600" algn="just">
                        <a:lnSpc>
                          <a:spcPct val="120000"/>
                        </a:lnSpc>
                        <a:spcBef>
                          <a:spcPct val="20000"/>
                        </a:spcBef>
                        <a:defRPr kumimoji="1" sz="2000">
                          <a:solidFill>
                            <a:schemeClr val="bg2"/>
                          </a:solidFill>
                          <a:latin typeface="Times New Roman" pitchFamily="18" charset="0"/>
                          <a:ea typeface="新細明體" pitchFamily="18" charset="-120"/>
                        </a:defRPr>
                      </a:lvl5pPr>
                      <a:lvl6pPr marL="25146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6pPr>
                      <a:lvl7pPr marL="29718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7pPr>
                      <a:lvl8pPr marL="34290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8pPr>
                      <a:lvl9pPr marL="38862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1" lang="zh-TW" altLang="en-US" sz="1800" b="0" i="0" u="none" strike="noStrike" cap="none" normalizeH="0" baseline="0" smtClean="0">
                          <a:ln>
                            <a:noFill/>
                          </a:ln>
                          <a:solidFill>
                            <a:srgbClr val="000000"/>
                          </a:solidFill>
                          <a:effectLst/>
                          <a:latin typeface="Times New Roman" pitchFamily="18" charset="0"/>
                          <a:ea typeface="新細明體" pitchFamily="18" charset="-120"/>
                        </a:rPr>
                        <a:t>很差</a:t>
                      </a:r>
                    </a:p>
                  </a:txBody>
                  <a:tcPr marL="91446" marR="91446" marT="45709" marB="45709" horzOverflow="overflow">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FCF0E8"/>
                    </a:solidFill>
                  </a:tcPr>
                </a:tc>
                <a:tc>
                  <a:txBody>
                    <a:bodyPr/>
                    <a:lstStyle>
                      <a:lvl1pPr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2pPr>
                      <a:lvl3pPr marL="1143000" indent="-228600" algn="just">
                        <a:lnSpc>
                          <a:spcPct val="120000"/>
                        </a:lnSpc>
                        <a:spcBef>
                          <a:spcPct val="20000"/>
                        </a:spcBef>
                        <a:defRPr kumimoji="1" sz="20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4pPr>
                      <a:lvl5pPr marL="2057400" indent="-228600" algn="just">
                        <a:lnSpc>
                          <a:spcPct val="120000"/>
                        </a:lnSpc>
                        <a:spcBef>
                          <a:spcPct val="20000"/>
                        </a:spcBef>
                        <a:defRPr kumimoji="1" sz="2000">
                          <a:solidFill>
                            <a:schemeClr val="bg2"/>
                          </a:solidFill>
                          <a:latin typeface="Times New Roman" pitchFamily="18" charset="0"/>
                          <a:ea typeface="新細明體" pitchFamily="18" charset="-120"/>
                        </a:defRPr>
                      </a:lvl5pPr>
                      <a:lvl6pPr marL="25146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6pPr>
                      <a:lvl7pPr marL="29718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7pPr>
                      <a:lvl8pPr marL="34290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8pPr>
                      <a:lvl9pPr marL="38862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1" lang="zh-TW" altLang="en-US" sz="1800" b="0" i="0" u="none" strike="noStrike" cap="none" normalizeH="0" baseline="0" smtClean="0">
                          <a:ln>
                            <a:noFill/>
                          </a:ln>
                          <a:solidFill>
                            <a:srgbClr val="000000"/>
                          </a:solidFill>
                          <a:effectLst/>
                          <a:latin typeface="Times New Roman" pitchFamily="18" charset="0"/>
                          <a:ea typeface="新細明體" pitchFamily="18" charset="-120"/>
                        </a:rPr>
                        <a:t>很差</a:t>
                      </a:r>
                    </a:p>
                  </a:txBody>
                  <a:tcPr marL="91446" marR="91446" marT="45709" marB="45709" horzOverflow="overflow">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FCF0E8"/>
                    </a:solidFill>
                  </a:tcPr>
                </a:tc>
                <a:tc>
                  <a:txBody>
                    <a:bodyPr/>
                    <a:lstStyle>
                      <a:lvl1pPr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2pPr>
                      <a:lvl3pPr marL="1143000" indent="-228600" algn="just">
                        <a:lnSpc>
                          <a:spcPct val="120000"/>
                        </a:lnSpc>
                        <a:spcBef>
                          <a:spcPct val="20000"/>
                        </a:spcBef>
                        <a:defRPr kumimoji="1" sz="20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4pPr>
                      <a:lvl5pPr marL="2057400" indent="-228600" algn="just">
                        <a:lnSpc>
                          <a:spcPct val="120000"/>
                        </a:lnSpc>
                        <a:spcBef>
                          <a:spcPct val="20000"/>
                        </a:spcBef>
                        <a:defRPr kumimoji="1" sz="2000">
                          <a:solidFill>
                            <a:schemeClr val="bg2"/>
                          </a:solidFill>
                          <a:latin typeface="Times New Roman" pitchFamily="18" charset="0"/>
                          <a:ea typeface="新細明體" pitchFamily="18" charset="-120"/>
                        </a:defRPr>
                      </a:lvl5pPr>
                      <a:lvl6pPr marL="25146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6pPr>
                      <a:lvl7pPr marL="29718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7pPr>
                      <a:lvl8pPr marL="34290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8pPr>
                      <a:lvl9pPr marL="38862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1" lang="zh-TW" altLang="en-US" sz="1800" b="0" i="0" u="none" strike="noStrike" cap="none" normalizeH="0" baseline="0" smtClean="0">
                          <a:ln>
                            <a:noFill/>
                          </a:ln>
                          <a:solidFill>
                            <a:srgbClr val="000000"/>
                          </a:solidFill>
                          <a:effectLst/>
                          <a:latin typeface="Times New Roman" pitchFamily="18" charset="0"/>
                          <a:ea typeface="新細明體" pitchFamily="18" charset="-120"/>
                        </a:rPr>
                        <a:t>很差</a:t>
                      </a:r>
                    </a:p>
                  </a:txBody>
                  <a:tcPr marL="91446" marR="91446" marT="45709" marB="45709" horzOverflow="overflow">
                    <a:lnL>
                      <a:noFill/>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FCF0E8"/>
                    </a:solidFill>
                  </a:tcPr>
                </a:tc>
              </a:tr>
            </a:tbl>
          </a:graphicData>
        </a:graphic>
      </p:graphicFrame>
    </p:spTree>
  </p:cSld>
  <p:clrMapOvr>
    <a:masterClrMapping/>
  </p:clrMapOvr>
  <p:transition spd="med">
    <p:random/>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10"/>
          <p:cNvSpPr>
            <a:spLocks noGrp="1" noChangeArrowheads="1"/>
          </p:cNvSpPr>
          <p:nvPr>
            <p:ph type="title"/>
          </p:nvPr>
        </p:nvSpPr>
        <p:spPr/>
        <p:txBody>
          <a:bodyPr/>
          <a:lstStyle/>
          <a:p>
            <a:pPr eaLnBrk="1"/>
            <a:r>
              <a:rPr lang="en-US" altLang="zh-TW" smtClean="0"/>
              <a:t>5.2.2 </a:t>
            </a:r>
            <a:r>
              <a:rPr lang="zh-TW" altLang="en-US" smtClean="0"/>
              <a:t>耦合力</a:t>
            </a:r>
            <a:r>
              <a:rPr lang="en-US" altLang="zh-TW" smtClean="0"/>
              <a:t>(c.3)</a:t>
            </a:r>
            <a:endParaRPr lang="zh-TW" altLang="en-US" smtClean="0"/>
          </a:p>
        </p:txBody>
      </p:sp>
      <p:sp>
        <p:nvSpPr>
          <p:cNvPr id="23555" name="Rectangle 11"/>
          <p:cNvSpPr>
            <a:spLocks noGrp="1" noChangeArrowheads="1"/>
          </p:cNvSpPr>
          <p:nvPr>
            <p:ph type="body" sz="half" idx="1"/>
          </p:nvPr>
        </p:nvSpPr>
        <p:spPr/>
        <p:txBody>
          <a:bodyPr/>
          <a:lstStyle/>
          <a:p>
            <a:pPr eaLnBrk="1"/>
            <a:r>
              <a:rPr lang="zh-TW" altLang="en-US" sz="2000" smtClean="0"/>
              <a:t>資料耦合力</a:t>
            </a:r>
          </a:p>
          <a:p>
            <a:pPr lvl="1" eaLnBrk="1"/>
            <a:r>
              <a:rPr lang="zh-TW" altLang="zh-TW" sz="2000" smtClean="0"/>
              <a:t>是指若模組間傳遞之參數為一些簡單型別的資料，則稱此模組間具有資料耦合力</a:t>
            </a:r>
            <a:r>
              <a:rPr lang="zh-TW" altLang="en-US" sz="2000" smtClean="0"/>
              <a:t>。 </a:t>
            </a:r>
            <a:endParaRPr lang="en-US" altLang="zh-TW" sz="2000" smtClean="0"/>
          </a:p>
          <a:p>
            <a:pPr lvl="1" eaLnBrk="1"/>
            <a:r>
              <a:rPr lang="zh-TW" altLang="zh-TW" sz="2000" smtClean="0"/>
              <a:t>在處理資料耦合力時須注意，不要讓資料旅行太遠，亦即不要讓資料經過很多不必要的模組，以減少錯誤的機會。</a:t>
            </a:r>
            <a:endParaRPr lang="zh-TW" altLang="en-US" sz="2000" smtClean="0"/>
          </a:p>
          <a:p>
            <a:pPr eaLnBrk="1"/>
            <a:endParaRPr lang="zh-TW" altLang="en-US" sz="2000" smtClean="0"/>
          </a:p>
        </p:txBody>
      </p:sp>
      <p:pic>
        <p:nvPicPr>
          <p:cNvPr id="23556" name="Picture 13" descr="z-vb157d-f5-9"/>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l="45792" t="24503" r="13467"/>
          <a:stretch>
            <a:fillRect/>
          </a:stretch>
        </p:blipFill>
        <p:spPr>
          <a:xfrm>
            <a:off x="3059113" y="3500438"/>
            <a:ext cx="2879725" cy="271303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random/>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30"/>
          <p:cNvSpPr>
            <a:spLocks noGrp="1" noChangeArrowheads="1"/>
          </p:cNvSpPr>
          <p:nvPr>
            <p:ph type="body" sz="half" idx="1"/>
          </p:nvPr>
        </p:nvSpPr>
        <p:spPr/>
        <p:txBody>
          <a:bodyPr/>
          <a:lstStyle/>
          <a:p>
            <a:pPr eaLnBrk="1">
              <a:lnSpc>
                <a:spcPct val="110000"/>
              </a:lnSpc>
            </a:pPr>
            <a:r>
              <a:rPr lang="zh-TW" altLang="en-US" sz="1800" smtClean="0"/>
              <a:t>資料結構耦合力</a:t>
            </a:r>
          </a:p>
          <a:p>
            <a:pPr lvl="1" eaLnBrk="1">
              <a:lnSpc>
                <a:spcPct val="110000"/>
              </a:lnSpc>
            </a:pPr>
            <a:r>
              <a:rPr lang="zh-TW" altLang="zh-TW" sz="1800" smtClean="0"/>
              <a:t>是指模組間以資料結構</a:t>
            </a:r>
            <a:r>
              <a:rPr lang="en-US" altLang="zh-TW" sz="1800" smtClean="0"/>
              <a:t>(Data Structure)</a:t>
            </a:r>
            <a:r>
              <a:rPr lang="zh-TW" altLang="zh-TW" sz="1800" smtClean="0"/>
              <a:t>型別作為程式的介面</a:t>
            </a:r>
            <a:r>
              <a:rPr lang="zh-TW" altLang="en-US" sz="1800" smtClean="0"/>
              <a:t>，但並非每個模組均用到該資料結構之所有欄位。</a:t>
            </a:r>
          </a:p>
          <a:p>
            <a:pPr lvl="1" eaLnBrk="1">
              <a:lnSpc>
                <a:spcPct val="110000"/>
              </a:lnSpc>
            </a:pPr>
            <a:r>
              <a:rPr lang="zh-TW" altLang="zh-TW" sz="1800" smtClean="0"/>
              <a:t>例如有「產生汽車租金帳單」、「計算基本汽車租金」與「計算油費」三個模組；及一個「租車」資料結構</a:t>
            </a:r>
            <a:r>
              <a:rPr lang="en-US" altLang="zh-TW" sz="1800" smtClean="0"/>
              <a:t>(</a:t>
            </a:r>
            <a:r>
              <a:rPr lang="zh-TW" altLang="en-US" sz="1800" smtClean="0"/>
              <a:t>如下圖</a:t>
            </a:r>
            <a:r>
              <a:rPr lang="en-US" altLang="zh-TW" sz="1800" smtClean="0"/>
              <a:t>)</a:t>
            </a:r>
            <a:r>
              <a:rPr lang="zh-TW" altLang="en-US" sz="1800" smtClean="0"/>
              <a:t>。若這三個模組間是以 「租車」資料結構作為程式的介面</a:t>
            </a:r>
            <a:r>
              <a:rPr lang="en-US" altLang="zh-TW" sz="1800" smtClean="0"/>
              <a:t>(</a:t>
            </a:r>
            <a:r>
              <a:rPr lang="zh-TW" altLang="en-US" sz="1800" smtClean="0"/>
              <a:t>如圖 </a:t>
            </a:r>
            <a:r>
              <a:rPr lang="en-US" altLang="zh-TW" sz="1800" smtClean="0"/>
              <a:t>5-11)</a:t>
            </a:r>
            <a:r>
              <a:rPr lang="zh-TW" altLang="en-US" sz="1800" smtClean="0"/>
              <a:t>，則這些模組間具有資料結構耦合力。</a:t>
            </a:r>
          </a:p>
          <a:p>
            <a:pPr eaLnBrk="1">
              <a:lnSpc>
                <a:spcPct val="110000"/>
              </a:lnSpc>
            </a:pPr>
            <a:endParaRPr lang="zh-TW" altLang="en-US" sz="1800" smtClean="0"/>
          </a:p>
        </p:txBody>
      </p:sp>
      <p:pic>
        <p:nvPicPr>
          <p:cNvPr id="24579" name="Picture 32" descr="z-vb157d-f5-10"/>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l="2582" t="31548" r="3490" b="14484"/>
          <a:stretch>
            <a:fillRect/>
          </a:stretch>
        </p:blipFill>
        <p:spPr>
          <a:xfrm>
            <a:off x="827088" y="4005263"/>
            <a:ext cx="8066087" cy="13843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0" name="Rectangle 33"/>
          <p:cNvSpPr>
            <a:spLocks noGrp="1" noChangeArrowheads="1"/>
          </p:cNvSpPr>
          <p:nvPr>
            <p:ph type="title"/>
          </p:nvPr>
        </p:nvSpPr>
        <p:spPr/>
        <p:txBody>
          <a:bodyPr/>
          <a:lstStyle/>
          <a:p>
            <a:pPr eaLnBrk="1"/>
            <a:r>
              <a:rPr lang="en-US" altLang="zh-TW" smtClean="0"/>
              <a:t>5.2.2 </a:t>
            </a:r>
            <a:r>
              <a:rPr lang="zh-TW" altLang="en-US" smtClean="0"/>
              <a:t>耦合力</a:t>
            </a:r>
            <a:r>
              <a:rPr lang="en-US" altLang="zh-TW" smtClean="0"/>
              <a:t>(c.4)</a:t>
            </a:r>
            <a:endParaRPr lang="zh-TW" altLang="en-US" smtClean="0"/>
          </a:p>
        </p:txBody>
      </p:sp>
    </p:spTree>
  </p:cSld>
  <p:clrMapOvr>
    <a:masterClrMapping/>
  </p:clrMapOvr>
  <p:transition spd="med">
    <p:rand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5"/>
          <p:cNvSpPr>
            <a:spLocks noChangeArrowheads="1"/>
          </p:cNvSpPr>
          <p:nvPr/>
        </p:nvSpPr>
        <p:spPr bwMode="auto">
          <a:xfrm>
            <a:off x="3305175" y="2563813"/>
            <a:ext cx="9144000"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lnSpc>
                <a:spcPct val="120000"/>
              </a:lnSpc>
              <a:spcBef>
                <a:spcPct val="20000"/>
              </a:spcBef>
              <a:buFont typeface="Wingdings" pitchFamily="2" charset="2"/>
              <a:buChar char="q"/>
              <a:defRPr kumimoji="1" sz="22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buChar char="l"/>
              <a:defRPr kumimoji="1" sz="2200">
                <a:solidFill>
                  <a:schemeClr val="bg2"/>
                </a:solidFill>
                <a:latin typeface="Times New Roman" pitchFamily="18" charset="0"/>
                <a:ea typeface="新細明體" pitchFamily="18" charset="-120"/>
              </a:defRPr>
            </a:lvl2pPr>
            <a:lvl3pPr marL="1143000" indent="-228600" algn="just">
              <a:lnSpc>
                <a:spcPct val="120000"/>
              </a:lnSpc>
              <a:spcBef>
                <a:spcPct val="20000"/>
              </a:spcBef>
              <a:buChar char="–"/>
              <a:defRPr kumimoji="1" sz="22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buChar char="§"/>
              <a:defRPr kumimoji="1" sz="2200">
                <a:solidFill>
                  <a:schemeClr val="bg2"/>
                </a:solidFill>
                <a:latin typeface="Times New Roman" pitchFamily="18" charset="0"/>
                <a:ea typeface="新細明體" pitchFamily="18" charset="-120"/>
              </a:defRPr>
            </a:lvl4pPr>
            <a:lvl5pPr marL="2057400" indent="-228600" algn="just">
              <a:lnSpc>
                <a:spcPct val="120000"/>
              </a:lnSpc>
              <a:spcBef>
                <a:spcPct val="20000"/>
              </a:spcBef>
              <a:buChar char="•"/>
              <a:defRPr kumimoji="1" sz="2200">
                <a:solidFill>
                  <a:schemeClr val="bg2"/>
                </a:solidFill>
                <a:latin typeface="Times New Roman" pitchFamily="18" charset="0"/>
                <a:ea typeface="新細明體" pitchFamily="18" charset="-120"/>
              </a:defRPr>
            </a:lvl5pPr>
            <a:lvl6pPr marL="25146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6pPr>
            <a:lvl7pPr marL="29718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7pPr>
            <a:lvl8pPr marL="34290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8pPr>
            <a:lvl9pPr marL="38862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9pPr>
          </a:lstStyle>
          <a:p>
            <a:pPr eaLnBrk="1" hangingPunct="1">
              <a:spcBef>
                <a:spcPct val="0"/>
              </a:spcBef>
              <a:buFontTx/>
              <a:buNone/>
            </a:pPr>
            <a:endParaRPr lang="zh-TW" altLang="en-US" sz="1800">
              <a:solidFill>
                <a:schemeClr val="tx1"/>
              </a:solidFill>
            </a:endParaRPr>
          </a:p>
        </p:txBody>
      </p:sp>
      <p:sp>
        <p:nvSpPr>
          <p:cNvPr id="25603" name="Rectangle 8"/>
          <p:cNvSpPr>
            <a:spLocks noGrp="1" noChangeArrowheads="1"/>
          </p:cNvSpPr>
          <p:nvPr>
            <p:ph type="title"/>
          </p:nvPr>
        </p:nvSpPr>
        <p:spPr/>
        <p:txBody>
          <a:bodyPr/>
          <a:lstStyle/>
          <a:p>
            <a:pPr eaLnBrk="1"/>
            <a:r>
              <a:rPr lang="zh-TW" altLang="en-US" smtClean="0"/>
              <a:t>圖</a:t>
            </a:r>
            <a:r>
              <a:rPr lang="en-US" altLang="zh-TW" smtClean="0"/>
              <a:t>5-11 </a:t>
            </a:r>
            <a:r>
              <a:rPr lang="zh-TW" altLang="en-US" smtClean="0"/>
              <a:t>資料結構耦合力</a:t>
            </a:r>
          </a:p>
        </p:txBody>
      </p:sp>
      <p:pic>
        <p:nvPicPr>
          <p:cNvPr id="25604" name="Picture 10" descr="z-vb157d-f5-11"/>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36507" t="23062" r="7910"/>
          <a:stretch>
            <a:fillRect/>
          </a:stretch>
        </p:blipFill>
        <p:spPr>
          <a:xfrm>
            <a:off x="2124075" y="1844675"/>
            <a:ext cx="5111750" cy="38989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random/>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5"/>
          <p:cNvSpPr>
            <a:spLocks noChangeArrowheads="1"/>
          </p:cNvSpPr>
          <p:nvPr/>
        </p:nvSpPr>
        <p:spPr bwMode="auto">
          <a:xfrm>
            <a:off x="3295650" y="24336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lnSpc>
                <a:spcPct val="120000"/>
              </a:lnSpc>
              <a:spcBef>
                <a:spcPct val="20000"/>
              </a:spcBef>
              <a:buFont typeface="Wingdings" pitchFamily="2" charset="2"/>
              <a:buChar char="q"/>
              <a:defRPr kumimoji="1" sz="22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buChar char="l"/>
              <a:defRPr kumimoji="1" sz="2200">
                <a:solidFill>
                  <a:schemeClr val="bg2"/>
                </a:solidFill>
                <a:latin typeface="Times New Roman" pitchFamily="18" charset="0"/>
                <a:ea typeface="新細明體" pitchFamily="18" charset="-120"/>
              </a:defRPr>
            </a:lvl2pPr>
            <a:lvl3pPr marL="1143000" indent="-228600" algn="just">
              <a:lnSpc>
                <a:spcPct val="120000"/>
              </a:lnSpc>
              <a:spcBef>
                <a:spcPct val="20000"/>
              </a:spcBef>
              <a:buChar char="–"/>
              <a:defRPr kumimoji="1" sz="22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buChar char="§"/>
              <a:defRPr kumimoji="1" sz="2200">
                <a:solidFill>
                  <a:schemeClr val="bg2"/>
                </a:solidFill>
                <a:latin typeface="Times New Roman" pitchFamily="18" charset="0"/>
                <a:ea typeface="新細明體" pitchFamily="18" charset="-120"/>
              </a:defRPr>
            </a:lvl4pPr>
            <a:lvl5pPr marL="2057400" indent="-228600" algn="just">
              <a:lnSpc>
                <a:spcPct val="120000"/>
              </a:lnSpc>
              <a:spcBef>
                <a:spcPct val="20000"/>
              </a:spcBef>
              <a:buChar char="•"/>
              <a:defRPr kumimoji="1" sz="2200">
                <a:solidFill>
                  <a:schemeClr val="bg2"/>
                </a:solidFill>
                <a:latin typeface="Times New Roman" pitchFamily="18" charset="0"/>
                <a:ea typeface="新細明體" pitchFamily="18" charset="-120"/>
              </a:defRPr>
            </a:lvl5pPr>
            <a:lvl6pPr marL="25146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6pPr>
            <a:lvl7pPr marL="29718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7pPr>
            <a:lvl8pPr marL="34290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8pPr>
            <a:lvl9pPr marL="38862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9pPr>
          </a:lstStyle>
          <a:p>
            <a:pPr eaLnBrk="1" hangingPunct="1">
              <a:spcBef>
                <a:spcPct val="0"/>
              </a:spcBef>
              <a:buFontTx/>
              <a:buNone/>
            </a:pPr>
            <a:endParaRPr lang="zh-TW" altLang="en-US" sz="1800">
              <a:solidFill>
                <a:schemeClr val="tx1"/>
              </a:solidFill>
            </a:endParaRPr>
          </a:p>
        </p:txBody>
      </p:sp>
      <p:pic>
        <p:nvPicPr>
          <p:cNvPr id="28675" name="Picture 9" descr="z-vb157d-f5-1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42549" t="22350" r="19533"/>
          <a:stretch>
            <a:fillRect/>
          </a:stretch>
        </p:blipFill>
        <p:spPr>
          <a:xfrm>
            <a:off x="2843213" y="1989138"/>
            <a:ext cx="3729037" cy="39608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6" name="Rectangle 10"/>
          <p:cNvSpPr>
            <a:spLocks noGrp="1" noChangeArrowheads="1"/>
          </p:cNvSpPr>
          <p:nvPr>
            <p:ph type="title"/>
          </p:nvPr>
        </p:nvSpPr>
        <p:spPr/>
        <p:txBody>
          <a:bodyPr/>
          <a:lstStyle/>
          <a:p>
            <a:pPr eaLnBrk="1"/>
            <a:r>
              <a:rPr lang="zh-TW" altLang="en-US" smtClean="0"/>
              <a:t>圖</a:t>
            </a:r>
            <a:r>
              <a:rPr lang="en-US" altLang="zh-TW" smtClean="0"/>
              <a:t>5-12 </a:t>
            </a:r>
            <a:r>
              <a:rPr lang="zh-TW" altLang="en-US" smtClean="0"/>
              <a:t>控制耦合力</a:t>
            </a:r>
          </a:p>
        </p:txBody>
      </p:sp>
    </p:spTree>
  </p:cSld>
  <p:clrMapOvr>
    <a:masterClrMapping/>
  </p:clrMapOvr>
  <p:transition spd="med">
    <p:random/>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1"/>
          <p:cNvSpPr>
            <a:spLocks noGrp="1" noChangeArrowheads="1"/>
          </p:cNvSpPr>
          <p:nvPr>
            <p:ph type="body" sz="half" idx="1"/>
          </p:nvPr>
        </p:nvSpPr>
        <p:spPr/>
        <p:txBody>
          <a:bodyPr/>
          <a:lstStyle/>
          <a:p>
            <a:pPr eaLnBrk="1"/>
            <a:r>
              <a:rPr lang="zh-TW" altLang="en-US" sz="2000" smtClean="0"/>
              <a:t>共同耦合力</a:t>
            </a:r>
          </a:p>
          <a:p>
            <a:pPr lvl="1" eaLnBrk="1"/>
            <a:r>
              <a:rPr lang="zh-TW" altLang="zh-TW" sz="2000" smtClean="0"/>
              <a:t>兩模組使用相同的資料區且都可讀寫資料區內之資料，則這兩模組具有共同耦合力</a:t>
            </a:r>
            <a:r>
              <a:rPr lang="zh-TW" altLang="en-US" sz="2000" smtClean="0"/>
              <a:t>。 </a:t>
            </a:r>
          </a:p>
          <a:p>
            <a:pPr lvl="1" eaLnBrk="1"/>
            <a:r>
              <a:rPr lang="zh-TW" altLang="zh-TW" sz="2000" smtClean="0"/>
              <a:t>例如有兩個模組：更新物料主檔與更新庫存主檔，均可讀寫零件表之資料，則這兩模組間具有共同耦合力</a:t>
            </a:r>
            <a:r>
              <a:rPr lang="en-US" altLang="zh-TW" sz="2000" smtClean="0"/>
              <a:t>(</a:t>
            </a:r>
            <a:r>
              <a:rPr lang="zh-TW" altLang="zh-TW" sz="2000" smtClean="0"/>
              <a:t>如圖</a:t>
            </a:r>
            <a:r>
              <a:rPr lang="en-US" altLang="zh-TW" sz="2000" smtClean="0"/>
              <a:t>5-13)</a:t>
            </a:r>
            <a:r>
              <a:rPr lang="zh-TW" altLang="zh-TW" sz="2000" smtClean="0"/>
              <a:t>。</a:t>
            </a:r>
            <a:endParaRPr lang="en-US" altLang="zh-TW" sz="2000" smtClean="0"/>
          </a:p>
          <a:p>
            <a:pPr lvl="1" eaLnBrk="1"/>
            <a:endParaRPr lang="zh-TW" altLang="en-US" sz="2000" smtClean="0"/>
          </a:p>
        </p:txBody>
      </p:sp>
      <p:sp>
        <p:nvSpPr>
          <p:cNvPr id="30723" name="Rectangle 5"/>
          <p:cNvSpPr>
            <a:spLocks noChangeArrowheads="1"/>
          </p:cNvSpPr>
          <p:nvPr/>
        </p:nvSpPr>
        <p:spPr bwMode="auto">
          <a:xfrm>
            <a:off x="2738438" y="25098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lnSpc>
                <a:spcPct val="120000"/>
              </a:lnSpc>
              <a:spcBef>
                <a:spcPct val="20000"/>
              </a:spcBef>
              <a:buFont typeface="Wingdings" pitchFamily="2" charset="2"/>
              <a:buChar char="q"/>
              <a:defRPr kumimoji="1" sz="22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buChar char="l"/>
              <a:defRPr kumimoji="1" sz="2200">
                <a:solidFill>
                  <a:schemeClr val="bg2"/>
                </a:solidFill>
                <a:latin typeface="Times New Roman" pitchFamily="18" charset="0"/>
                <a:ea typeface="新細明體" pitchFamily="18" charset="-120"/>
              </a:defRPr>
            </a:lvl2pPr>
            <a:lvl3pPr marL="1143000" indent="-228600" algn="just">
              <a:lnSpc>
                <a:spcPct val="120000"/>
              </a:lnSpc>
              <a:spcBef>
                <a:spcPct val="20000"/>
              </a:spcBef>
              <a:buChar char="–"/>
              <a:defRPr kumimoji="1" sz="22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buChar char="§"/>
              <a:defRPr kumimoji="1" sz="2200">
                <a:solidFill>
                  <a:schemeClr val="bg2"/>
                </a:solidFill>
                <a:latin typeface="Times New Roman" pitchFamily="18" charset="0"/>
                <a:ea typeface="新細明體" pitchFamily="18" charset="-120"/>
              </a:defRPr>
            </a:lvl4pPr>
            <a:lvl5pPr marL="2057400" indent="-228600" algn="just">
              <a:lnSpc>
                <a:spcPct val="120000"/>
              </a:lnSpc>
              <a:spcBef>
                <a:spcPct val="20000"/>
              </a:spcBef>
              <a:buChar char="•"/>
              <a:defRPr kumimoji="1" sz="2200">
                <a:solidFill>
                  <a:schemeClr val="bg2"/>
                </a:solidFill>
                <a:latin typeface="Times New Roman" pitchFamily="18" charset="0"/>
                <a:ea typeface="新細明體" pitchFamily="18" charset="-120"/>
              </a:defRPr>
            </a:lvl5pPr>
            <a:lvl6pPr marL="25146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6pPr>
            <a:lvl7pPr marL="29718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7pPr>
            <a:lvl8pPr marL="34290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8pPr>
            <a:lvl9pPr marL="38862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9pPr>
          </a:lstStyle>
          <a:p>
            <a:pPr eaLnBrk="1" hangingPunct="1">
              <a:spcBef>
                <a:spcPct val="0"/>
              </a:spcBef>
              <a:buFontTx/>
              <a:buNone/>
            </a:pPr>
            <a:endParaRPr lang="zh-TW" altLang="en-US" sz="1800">
              <a:solidFill>
                <a:schemeClr val="tx1"/>
              </a:solidFill>
            </a:endParaRPr>
          </a:p>
        </p:txBody>
      </p:sp>
      <p:pic>
        <p:nvPicPr>
          <p:cNvPr id="30724" name="Picture 13" descr="z-vb157d-f5-13"/>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l="29326" t="21831" r="13417"/>
          <a:stretch>
            <a:fillRect/>
          </a:stretch>
        </p:blipFill>
        <p:spPr>
          <a:xfrm>
            <a:off x="2700338" y="3644900"/>
            <a:ext cx="4176712" cy="25860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5" name="Rectangle 14"/>
          <p:cNvSpPr>
            <a:spLocks noGrp="1" noChangeArrowheads="1"/>
          </p:cNvSpPr>
          <p:nvPr>
            <p:ph type="title"/>
          </p:nvPr>
        </p:nvSpPr>
        <p:spPr/>
        <p:txBody>
          <a:bodyPr/>
          <a:lstStyle/>
          <a:p>
            <a:pPr eaLnBrk="1"/>
            <a:r>
              <a:rPr lang="en-US" altLang="zh-TW" smtClean="0"/>
              <a:t>5.2.2 </a:t>
            </a:r>
            <a:r>
              <a:rPr lang="zh-TW" altLang="en-US" smtClean="0"/>
              <a:t>耦合力</a:t>
            </a:r>
            <a:r>
              <a:rPr lang="en-US" altLang="zh-TW" smtClean="0"/>
              <a:t>(c.10)</a:t>
            </a:r>
            <a:endParaRPr lang="zh-TW" altLang="en-US" smtClean="0"/>
          </a:p>
        </p:txBody>
      </p:sp>
    </p:spTree>
  </p:cSld>
  <p:clrMapOvr>
    <a:masterClrMapping/>
  </p:clrMapOvr>
  <p:transition spd="med">
    <p:random/>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11"/>
          <p:cNvSpPr>
            <a:spLocks noGrp="1" noChangeArrowheads="1"/>
          </p:cNvSpPr>
          <p:nvPr>
            <p:ph type="body" sz="half" idx="1"/>
          </p:nvPr>
        </p:nvSpPr>
        <p:spPr/>
        <p:txBody>
          <a:bodyPr/>
          <a:lstStyle/>
          <a:p>
            <a:pPr eaLnBrk="1">
              <a:lnSpc>
                <a:spcPct val="100000"/>
              </a:lnSpc>
            </a:pPr>
            <a:r>
              <a:rPr lang="zh-TW" altLang="en-US" sz="1800" smtClean="0"/>
              <a:t>內容耦合力</a:t>
            </a:r>
          </a:p>
          <a:p>
            <a:pPr lvl="1" eaLnBrk="1">
              <a:lnSpc>
                <a:spcPct val="100000"/>
              </a:lnSpc>
            </a:pPr>
            <a:r>
              <a:rPr lang="zh-TW" altLang="zh-TW" sz="1800" smtClean="0"/>
              <a:t>是一個模組使用另一個模組內之部分程式碼或改變其他模組內的局部變數</a:t>
            </a:r>
            <a:r>
              <a:rPr lang="zh-TW" altLang="en-US" sz="1800" smtClean="0"/>
              <a:t>。</a:t>
            </a:r>
            <a:endParaRPr lang="en-US" altLang="zh-TW" sz="1800" smtClean="0"/>
          </a:p>
          <a:p>
            <a:pPr lvl="1" eaLnBrk="1">
              <a:lnSpc>
                <a:spcPct val="100000"/>
              </a:lnSpc>
            </a:pPr>
            <a:r>
              <a:rPr lang="zh-TW" altLang="en-US" sz="1800" smtClean="0"/>
              <a:t>內容耦合力具有下列特徵：</a:t>
            </a:r>
          </a:p>
          <a:p>
            <a:pPr lvl="2" eaLnBrk="1">
              <a:lnSpc>
                <a:spcPct val="100000"/>
              </a:lnSpc>
            </a:pPr>
            <a:r>
              <a:rPr lang="zh-TW" altLang="en-US" sz="1800" smtClean="0"/>
              <a:t>一個模組以多個進入點</a:t>
            </a:r>
            <a:r>
              <a:rPr lang="en-US" altLang="zh-TW" sz="1800" smtClean="0"/>
              <a:t>(Multi-Entry)</a:t>
            </a:r>
            <a:r>
              <a:rPr lang="zh-TW" altLang="en-US" sz="1800" smtClean="0"/>
              <a:t>的方式進入另一模組</a:t>
            </a:r>
            <a:r>
              <a:rPr lang="en-US" altLang="zh-TW" sz="1800" smtClean="0"/>
              <a:t>(</a:t>
            </a:r>
            <a:r>
              <a:rPr lang="zh-TW" altLang="en-US" sz="1800" smtClean="0"/>
              <a:t>如下圖</a:t>
            </a:r>
            <a:r>
              <a:rPr lang="en-US" altLang="zh-TW" sz="1800" smtClean="0"/>
              <a:t>)</a:t>
            </a:r>
            <a:r>
              <a:rPr lang="zh-TW" altLang="en-US" sz="1800" smtClean="0"/>
              <a:t>。</a:t>
            </a:r>
          </a:p>
          <a:p>
            <a:pPr lvl="2" eaLnBrk="1">
              <a:lnSpc>
                <a:spcPct val="100000"/>
              </a:lnSpc>
            </a:pPr>
            <a:r>
              <a:rPr lang="zh-TW" altLang="en-US" sz="1800" smtClean="0"/>
              <a:t>一個模組參考或改變其他模組的內部資料。</a:t>
            </a:r>
          </a:p>
          <a:p>
            <a:pPr lvl="2" eaLnBrk="1">
              <a:lnSpc>
                <a:spcPct val="100000"/>
              </a:lnSpc>
            </a:pPr>
            <a:r>
              <a:rPr lang="zh-TW" altLang="en-US" sz="1800" smtClean="0"/>
              <a:t>一個模組改變其他模組內部的執行過程。 </a:t>
            </a:r>
          </a:p>
          <a:p>
            <a:pPr eaLnBrk="1">
              <a:lnSpc>
                <a:spcPct val="100000"/>
              </a:lnSpc>
            </a:pPr>
            <a:endParaRPr lang="zh-TW" altLang="en-US" sz="1800" smtClean="0"/>
          </a:p>
        </p:txBody>
      </p:sp>
      <p:sp>
        <p:nvSpPr>
          <p:cNvPr id="32771" name="Rectangle 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just">
              <a:lnSpc>
                <a:spcPct val="120000"/>
              </a:lnSpc>
              <a:spcBef>
                <a:spcPct val="20000"/>
              </a:spcBef>
              <a:buFont typeface="Wingdings" pitchFamily="2" charset="2"/>
              <a:buChar char="q"/>
              <a:defRPr kumimoji="1" sz="22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buChar char="l"/>
              <a:defRPr kumimoji="1" sz="2200">
                <a:solidFill>
                  <a:schemeClr val="bg2"/>
                </a:solidFill>
                <a:latin typeface="Times New Roman" pitchFamily="18" charset="0"/>
                <a:ea typeface="新細明體" pitchFamily="18" charset="-120"/>
              </a:defRPr>
            </a:lvl2pPr>
            <a:lvl3pPr marL="1143000" indent="-228600" algn="just">
              <a:lnSpc>
                <a:spcPct val="120000"/>
              </a:lnSpc>
              <a:spcBef>
                <a:spcPct val="20000"/>
              </a:spcBef>
              <a:buChar char="–"/>
              <a:defRPr kumimoji="1" sz="22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buChar char="§"/>
              <a:defRPr kumimoji="1" sz="2200">
                <a:solidFill>
                  <a:schemeClr val="bg2"/>
                </a:solidFill>
                <a:latin typeface="Times New Roman" pitchFamily="18" charset="0"/>
                <a:ea typeface="新細明體" pitchFamily="18" charset="-120"/>
              </a:defRPr>
            </a:lvl4pPr>
            <a:lvl5pPr marL="2057400" indent="-228600" algn="just">
              <a:lnSpc>
                <a:spcPct val="120000"/>
              </a:lnSpc>
              <a:spcBef>
                <a:spcPct val="20000"/>
              </a:spcBef>
              <a:buChar char="•"/>
              <a:defRPr kumimoji="1" sz="2200">
                <a:solidFill>
                  <a:schemeClr val="bg2"/>
                </a:solidFill>
                <a:latin typeface="Times New Roman" pitchFamily="18" charset="0"/>
                <a:ea typeface="新細明體" pitchFamily="18" charset="-120"/>
              </a:defRPr>
            </a:lvl5pPr>
            <a:lvl6pPr marL="25146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6pPr>
            <a:lvl7pPr marL="29718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7pPr>
            <a:lvl8pPr marL="34290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8pPr>
            <a:lvl9pPr marL="38862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9pPr>
          </a:lstStyle>
          <a:p>
            <a:pPr eaLnBrk="1" hangingPunct="1">
              <a:spcBef>
                <a:spcPct val="0"/>
              </a:spcBef>
              <a:buFontTx/>
              <a:buNone/>
            </a:pPr>
            <a:endParaRPr lang="zh-TW" altLang="en-US" sz="1800">
              <a:solidFill>
                <a:schemeClr val="tx1"/>
              </a:solidFill>
            </a:endParaRPr>
          </a:p>
        </p:txBody>
      </p:sp>
      <p:pic>
        <p:nvPicPr>
          <p:cNvPr id="32772" name="Picture 14" descr="z-vb157d-f5-14"/>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l="16194" t="23157" r="3517" b="4507"/>
          <a:stretch>
            <a:fillRect/>
          </a:stretch>
        </p:blipFill>
        <p:spPr>
          <a:xfrm>
            <a:off x="2051050" y="3860800"/>
            <a:ext cx="5761038" cy="20891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3" name="Rectangle 15"/>
          <p:cNvSpPr>
            <a:spLocks noGrp="1" noChangeArrowheads="1"/>
          </p:cNvSpPr>
          <p:nvPr>
            <p:ph type="title"/>
          </p:nvPr>
        </p:nvSpPr>
        <p:spPr/>
        <p:txBody>
          <a:bodyPr/>
          <a:lstStyle/>
          <a:p>
            <a:pPr eaLnBrk="1"/>
            <a:r>
              <a:rPr lang="en-US" altLang="zh-TW" smtClean="0"/>
              <a:t>5.2.2 </a:t>
            </a:r>
            <a:r>
              <a:rPr lang="zh-TW" altLang="en-US" smtClean="0"/>
              <a:t>耦合力</a:t>
            </a:r>
            <a:r>
              <a:rPr lang="en-US" altLang="zh-TW" smtClean="0"/>
              <a:t>(c.12)</a:t>
            </a:r>
            <a:endParaRPr lang="zh-TW" altLang="en-US" smtClean="0"/>
          </a:p>
        </p:txBody>
      </p:sp>
    </p:spTree>
  </p:cSld>
  <p:clrMapOvr>
    <a:masterClrMapping/>
  </p:clrMapOvr>
  <p:transition spd="med">
    <p:random/>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內容版面配置區 7"/>
          <p:cNvGraphicFramePr>
            <a:graphicFrameLocks noGrp="1"/>
          </p:cNvGraphicFramePr>
          <p:nvPr>
            <p:ph idx="1"/>
          </p:nvPr>
        </p:nvGraphicFramePr>
        <p:xfrm>
          <a:off x="719138" y="1438275"/>
          <a:ext cx="8097837" cy="4857752"/>
        </p:xfrm>
        <a:graphic>
          <a:graphicData uri="http://schemas.openxmlformats.org/drawingml/2006/table">
            <a:tbl>
              <a:tblPr/>
              <a:tblGrid>
                <a:gridCol w="1619250"/>
                <a:gridCol w="1619250"/>
                <a:gridCol w="1620837"/>
                <a:gridCol w="1408113"/>
                <a:gridCol w="1830387"/>
              </a:tblGrid>
              <a:tr h="1114425">
                <a:tc>
                  <a:txBody>
                    <a:bodyPr/>
                    <a:lstStyle>
                      <a:lvl1pPr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2pPr>
                      <a:lvl3pPr marL="1143000" indent="-228600" algn="just">
                        <a:lnSpc>
                          <a:spcPct val="120000"/>
                        </a:lnSpc>
                        <a:spcBef>
                          <a:spcPct val="20000"/>
                        </a:spcBef>
                        <a:defRPr kumimoji="1" sz="20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4pPr>
                      <a:lvl5pPr marL="2057400" indent="-228600" algn="just">
                        <a:lnSpc>
                          <a:spcPct val="120000"/>
                        </a:lnSpc>
                        <a:spcBef>
                          <a:spcPct val="20000"/>
                        </a:spcBef>
                        <a:defRPr kumimoji="1" sz="2000">
                          <a:solidFill>
                            <a:schemeClr val="bg2"/>
                          </a:solidFill>
                          <a:latin typeface="Times New Roman" pitchFamily="18" charset="0"/>
                          <a:ea typeface="新細明體" pitchFamily="18" charset="-120"/>
                        </a:defRPr>
                      </a:lvl5pPr>
                      <a:lvl6pPr marL="25146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6pPr>
                      <a:lvl7pPr marL="29718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7pPr>
                      <a:lvl8pPr marL="34290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8pPr>
                      <a:lvl9pPr marL="38862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1" lang="zh-TW" altLang="en-US" sz="2000" b="1" i="0" u="none" strike="noStrike" cap="none" normalizeH="0" baseline="0" smtClean="0">
                          <a:ln>
                            <a:noFill/>
                          </a:ln>
                          <a:solidFill>
                            <a:srgbClr val="FFFFFF"/>
                          </a:solidFill>
                          <a:effectLst/>
                          <a:latin typeface="Times New Roman" pitchFamily="18" charset="0"/>
                          <a:ea typeface="新細明體" pitchFamily="18" charset="-120"/>
                        </a:rPr>
                        <a:t>耦合力種類</a:t>
                      </a:r>
                    </a:p>
                  </a:txBody>
                  <a:tcPr marL="91434" marR="91434" marT="45718" marB="45718" anchor="ctr" horzOverflow="overflow">
                    <a:lnL>
                      <a:noFill/>
                    </a:lnL>
                    <a:lnR>
                      <a:noFill/>
                    </a:lnR>
                    <a:lnT w="254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2pPr>
                      <a:lvl3pPr marL="1143000" indent="-228600" algn="just">
                        <a:lnSpc>
                          <a:spcPct val="120000"/>
                        </a:lnSpc>
                        <a:spcBef>
                          <a:spcPct val="20000"/>
                        </a:spcBef>
                        <a:defRPr kumimoji="1" sz="20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4pPr>
                      <a:lvl5pPr marL="2057400" indent="-228600" algn="just">
                        <a:lnSpc>
                          <a:spcPct val="120000"/>
                        </a:lnSpc>
                        <a:spcBef>
                          <a:spcPct val="20000"/>
                        </a:spcBef>
                        <a:defRPr kumimoji="1" sz="2000">
                          <a:solidFill>
                            <a:schemeClr val="bg2"/>
                          </a:solidFill>
                          <a:latin typeface="Times New Roman" pitchFamily="18" charset="0"/>
                          <a:ea typeface="新細明體" pitchFamily="18" charset="-120"/>
                        </a:defRPr>
                      </a:lvl5pPr>
                      <a:lvl6pPr marL="25146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6pPr>
                      <a:lvl7pPr marL="29718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7pPr>
                      <a:lvl8pPr marL="34290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8pPr>
                      <a:lvl9pPr marL="38862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1" lang="zh-TW" altLang="en-US" sz="2000" b="1" i="0" u="none" strike="noStrike" cap="none" normalizeH="0" baseline="0" smtClean="0">
                          <a:ln>
                            <a:noFill/>
                          </a:ln>
                          <a:solidFill>
                            <a:srgbClr val="FFFFFF"/>
                          </a:solidFill>
                          <a:effectLst/>
                          <a:latin typeface="Times New Roman" pitchFamily="18" charset="0"/>
                          <a:ea typeface="新細明體" pitchFamily="18" charset="-120"/>
                        </a:rPr>
                        <a:t>連鎖反應狀況</a:t>
                      </a:r>
                    </a:p>
                  </a:txBody>
                  <a:tcPr marL="91434" marR="91434" marT="45718" marB="45718" anchor="ctr" horzOverflow="overflow">
                    <a:lnL>
                      <a:noFill/>
                    </a:lnL>
                    <a:lnR>
                      <a:noFill/>
                    </a:lnR>
                    <a:lnT w="254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2pPr>
                      <a:lvl3pPr marL="1143000" indent="-228600" algn="just">
                        <a:lnSpc>
                          <a:spcPct val="120000"/>
                        </a:lnSpc>
                        <a:spcBef>
                          <a:spcPct val="20000"/>
                        </a:spcBef>
                        <a:defRPr kumimoji="1" sz="20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4pPr>
                      <a:lvl5pPr marL="2057400" indent="-228600" algn="just">
                        <a:lnSpc>
                          <a:spcPct val="120000"/>
                        </a:lnSpc>
                        <a:spcBef>
                          <a:spcPct val="20000"/>
                        </a:spcBef>
                        <a:defRPr kumimoji="1" sz="2000">
                          <a:solidFill>
                            <a:schemeClr val="bg2"/>
                          </a:solidFill>
                          <a:latin typeface="Times New Roman" pitchFamily="18" charset="0"/>
                          <a:ea typeface="新細明體" pitchFamily="18" charset="-120"/>
                        </a:defRPr>
                      </a:lvl5pPr>
                      <a:lvl6pPr marL="25146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6pPr>
                      <a:lvl7pPr marL="29718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7pPr>
                      <a:lvl8pPr marL="34290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8pPr>
                      <a:lvl9pPr marL="38862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1" lang="zh-TW" altLang="en-US" sz="2000" b="1" i="0" u="none" strike="noStrike" cap="none" normalizeH="0" baseline="0" smtClean="0">
                          <a:ln>
                            <a:noFill/>
                          </a:ln>
                          <a:solidFill>
                            <a:srgbClr val="FFFFFF"/>
                          </a:solidFill>
                          <a:effectLst/>
                          <a:latin typeface="Times New Roman" pitchFamily="18" charset="0"/>
                          <a:ea typeface="新細明體" pitchFamily="18" charset="-120"/>
                        </a:rPr>
                        <a:t>修改難度</a:t>
                      </a:r>
                    </a:p>
                  </a:txBody>
                  <a:tcPr marL="91434" marR="91434" marT="45718" marB="45718" anchor="ctr" horzOverflow="overflow">
                    <a:lnL>
                      <a:noFill/>
                    </a:lnL>
                    <a:lnR>
                      <a:noFill/>
                    </a:lnR>
                    <a:lnT w="254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2pPr>
                      <a:lvl3pPr marL="1143000" indent="-228600" algn="just">
                        <a:lnSpc>
                          <a:spcPct val="120000"/>
                        </a:lnSpc>
                        <a:spcBef>
                          <a:spcPct val="20000"/>
                        </a:spcBef>
                        <a:defRPr kumimoji="1" sz="20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4pPr>
                      <a:lvl5pPr marL="2057400" indent="-228600" algn="just">
                        <a:lnSpc>
                          <a:spcPct val="120000"/>
                        </a:lnSpc>
                        <a:spcBef>
                          <a:spcPct val="20000"/>
                        </a:spcBef>
                        <a:defRPr kumimoji="1" sz="2000">
                          <a:solidFill>
                            <a:schemeClr val="bg2"/>
                          </a:solidFill>
                          <a:latin typeface="Times New Roman" pitchFamily="18" charset="0"/>
                          <a:ea typeface="新細明體" pitchFamily="18" charset="-120"/>
                        </a:defRPr>
                      </a:lvl5pPr>
                      <a:lvl6pPr marL="25146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6pPr>
                      <a:lvl7pPr marL="29718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7pPr>
                      <a:lvl8pPr marL="34290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8pPr>
                      <a:lvl9pPr marL="38862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1" lang="zh-TW" altLang="en-US" sz="2000" b="1" i="0" u="none" strike="noStrike" cap="none" normalizeH="0" baseline="0" smtClean="0">
                          <a:ln>
                            <a:noFill/>
                          </a:ln>
                          <a:solidFill>
                            <a:srgbClr val="FFFFFF"/>
                          </a:solidFill>
                          <a:effectLst/>
                          <a:latin typeface="Times New Roman" pitchFamily="18" charset="0"/>
                          <a:ea typeface="新細明體" pitchFamily="18" charset="-120"/>
                        </a:rPr>
                        <a:t>理解性</a:t>
                      </a:r>
                    </a:p>
                  </a:txBody>
                  <a:tcPr marL="91434" marR="91434" marT="45718" marB="45718" anchor="ctr" horzOverflow="overflow">
                    <a:lnL>
                      <a:noFill/>
                    </a:lnL>
                    <a:lnR>
                      <a:noFill/>
                    </a:lnR>
                    <a:lnT w="254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2pPr>
                      <a:lvl3pPr marL="1143000" indent="-228600" algn="just">
                        <a:lnSpc>
                          <a:spcPct val="120000"/>
                        </a:lnSpc>
                        <a:spcBef>
                          <a:spcPct val="20000"/>
                        </a:spcBef>
                        <a:defRPr kumimoji="1" sz="20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4pPr>
                      <a:lvl5pPr marL="2057400" indent="-228600" algn="just">
                        <a:lnSpc>
                          <a:spcPct val="120000"/>
                        </a:lnSpc>
                        <a:spcBef>
                          <a:spcPct val="20000"/>
                        </a:spcBef>
                        <a:defRPr kumimoji="1" sz="2000">
                          <a:solidFill>
                            <a:schemeClr val="bg2"/>
                          </a:solidFill>
                          <a:latin typeface="Times New Roman" pitchFamily="18" charset="0"/>
                          <a:ea typeface="新細明體" pitchFamily="18" charset="-120"/>
                        </a:defRPr>
                      </a:lvl5pPr>
                      <a:lvl6pPr marL="25146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6pPr>
                      <a:lvl7pPr marL="29718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7pPr>
                      <a:lvl8pPr marL="34290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8pPr>
                      <a:lvl9pPr marL="38862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1" lang="zh-TW" altLang="en-US" sz="2000" b="1" i="0" u="none" strike="noStrike" cap="none" normalizeH="0" baseline="0" smtClean="0">
                          <a:ln>
                            <a:noFill/>
                          </a:ln>
                          <a:solidFill>
                            <a:srgbClr val="FFFFFF"/>
                          </a:solidFill>
                          <a:effectLst/>
                          <a:latin typeface="Times New Roman" pitchFamily="18" charset="0"/>
                          <a:ea typeface="新細明體" pitchFamily="18" charset="-120"/>
                        </a:rPr>
                        <a:t>與其他程式之共用性</a:t>
                      </a:r>
                    </a:p>
                  </a:txBody>
                  <a:tcPr marL="91434" marR="91434" marT="45718" marB="45718" anchor="ctr" horzOverflow="overflow">
                    <a:lnL>
                      <a:noFill/>
                    </a:lnL>
                    <a:lnR>
                      <a:noFill/>
                    </a:lnR>
                    <a:lnT w="254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solidFill>
                      <a:schemeClr val="accent1"/>
                    </a:solidFill>
                  </a:tcPr>
                </a:tc>
              </a:tr>
              <a:tr h="747713">
                <a:tc>
                  <a:txBody>
                    <a:bodyPr/>
                    <a:lstStyle>
                      <a:lvl1pPr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2pPr>
                      <a:lvl3pPr marL="1143000" indent="-228600" algn="just">
                        <a:lnSpc>
                          <a:spcPct val="120000"/>
                        </a:lnSpc>
                        <a:spcBef>
                          <a:spcPct val="20000"/>
                        </a:spcBef>
                        <a:defRPr kumimoji="1" sz="20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4pPr>
                      <a:lvl5pPr marL="2057400" indent="-228600" algn="just">
                        <a:lnSpc>
                          <a:spcPct val="120000"/>
                        </a:lnSpc>
                        <a:spcBef>
                          <a:spcPct val="20000"/>
                        </a:spcBef>
                        <a:defRPr kumimoji="1" sz="2000">
                          <a:solidFill>
                            <a:schemeClr val="bg2"/>
                          </a:solidFill>
                          <a:latin typeface="Times New Roman" pitchFamily="18" charset="0"/>
                          <a:ea typeface="新細明體" pitchFamily="18" charset="-120"/>
                        </a:defRPr>
                      </a:lvl5pPr>
                      <a:lvl6pPr marL="25146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6pPr>
                      <a:lvl7pPr marL="29718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7pPr>
                      <a:lvl8pPr marL="34290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8pPr>
                      <a:lvl9pPr marL="38862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1" lang="zh-TW" altLang="en-US" sz="1800" b="0" i="0" u="none" strike="noStrike" cap="none" normalizeH="0" baseline="0" smtClean="0">
                          <a:ln>
                            <a:noFill/>
                          </a:ln>
                          <a:solidFill>
                            <a:srgbClr val="000000"/>
                          </a:solidFill>
                          <a:effectLst/>
                          <a:latin typeface="Times New Roman" pitchFamily="18" charset="0"/>
                          <a:ea typeface="新細明體" pitchFamily="18" charset="-120"/>
                        </a:rPr>
                        <a:t>資料型</a:t>
                      </a:r>
                    </a:p>
                  </a:txBody>
                  <a:tcPr marL="91434" marR="91434" marT="45718" marB="45718" anchor="ctr" horzOverflow="overflow">
                    <a:lnL>
                      <a:noFill/>
                    </a:lnL>
                    <a:lnR>
                      <a:noFill/>
                    </a:lnR>
                    <a:lnT w="25400" cap="flat" cmpd="sng" algn="ctr">
                      <a:solidFill>
                        <a:schemeClr val="tx1"/>
                      </a:solidFill>
                      <a:prstDash val="solid"/>
                      <a:round/>
                      <a:headEnd type="none" w="med" len="med"/>
                      <a:tailEnd type="none" w="med" len="med"/>
                    </a:lnT>
                    <a:lnB>
                      <a:noFill/>
                    </a:lnB>
                    <a:lnTlToBr>
                      <a:noFill/>
                    </a:lnTlToBr>
                    <a:lnBlToTr>
                      <a:noFill/>
                    </a:lnBlToTr>
                    <a:solidFill>
                      <a:srgbClr val="E7E7E7"/>
                    </a:solidFill>
                  </a:tcPr>
                </a:tc>
                <a:tc>
                  <a:txBody>
                    <a:bodyPr/>
                    <a:lstStyle>
                      <a:lvl1pPr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2pPr>
                      <a:lvl3pPr marL="1143000" indent="-228600" algn="just">
                        <a:lnSpc>
                          <a:spcPct val="120000"/>
                        </a:lnSpc>
                        <a:spcBef>
                          <a:spcPct val="20000"/>
                        </a:spcBef>
                        <a:defRPr kumimoji="1" sz="20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4pPr>
                      <a:lvl5pPr marL="2057400" indent="-228600" algn="just">
                        <a:lnSpc>
                          <a:spcPct val="120000"/>
                        </a:lnSpc>
                        <a:spcBef>
                          <a:spcPct val="20000"/>
                        </a:spcBef>
                        <a:defRPr kumimoji="1" sz="2000">
                          <a:solidFill>
                            <a:schemeClr val="bg2"/>
                          </a:solidFill>
                          <a:latin typeface="Times New Roman" pitchFamily="18" charset="0"/>
                          <a:ea typeface="新細明體" pitchFamily="18" charset="-120"/>
                        </a:defRPr>
                      </a:lvl5pPr>
                      <a:lvl6pPr marL="25146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6pPr>
                      <a:lvl7pPr marL="29718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7pPr>
                      <a:lvl8pPr marL="34290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8pPr>
                      <a:lvl9pPr marL="38862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1" lang="zh-TW" altLang="en-US" sz="1800" b="0" i="0" u="none" strike="noStrike" cap="none" normalizeH="0" baseline="0" smtClean="0">
                          <a:ln>
                            <a:noFill/>
                          </a:ln>
                          <a:solidFill>
                            <a:srgbClr val="000000"/>
                          </a:solidFill>
                          <a:effectLst/>
                          <a:latin typeface="Times New Roman" pitchFamily="18" charset="0"/>
                          <a:ea typeface="新細明體" pitchFamily="18" charset="-120"/>
                        </a:rPr>
                        <a:t>變動</a:t>
                      </a:r>
                    </a:p>
                  </a:txBody>
                  <a:tcPr marL="91434" marR="91434" marT="45718" marB="45718" anchor="ctr" horzOverflow="overflow">
                    <a:lnL>
                      <a:noFill/>
                    </a:lnL>
                    <a:lnR>
                      <a:noFill/>
                    </a:lnR>
                    <a:lnT w="25400" cap="flat" cmpd="sng" algn="ctr">
                      <a:solidFill>
                        <a:schemeClr val="tx1"/>
                      </a:solidFill>
                      <a:prstDash val="solid"/>
                      <a:round/>
                      <a:headEnd type="none" w="med" len="med"/>
                      <a:tailEnd type="none" w="med" len="med"/>
                    </a:lnT>
                    <a:lnB>
                      <a:noFill/>
                    </a:lnB>
                    <a:lnTlToBr>
                      <a:noFill/>
                    </a:lnTlToBr>
                    <a:lnBlToTr>
                      <a:noFill/>
                    </a:lnBlToTr>
                    <a:solidFill>
                      <a:srgbClr val="E7E7E7"/>
                    </a:solidFill>
                  </a:tcPr>
                </a:tc>
                <a:tc>
                  <a:txBody>
                    <a:bodyPr/>
                    <a:lstStyle>
                      <a:lvl1pPr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2pPr>
                      <a:lvl3pPr marL="1143000" indent="-228600" algn="just">
                        <a:lnSpc>
                          <a:spcPct val="120000"/>
                        </a:lnSpc>
                        <a:spcBef>
                          <a:spcPct val="20000"/>
                        </a:spcBef>
                        <a:defRPr kumimoji="1" sz="20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4pPr>
                      <a:lvl5pPr marL="2057400" indent="-228600" algn="just">
                        <a:lnSpc>
                          <a:spcPct val="120000"/>
                        </a:lnSpc>
                        <a:spcBef>
                          <a:spcPct val="20000"/>
                        </a:spcBef>
                        <a:defRPr kumimoji="1" sz="2000">
                          <a:solidFill>
                            <a:schemeClr val="bg2"/>
                          </a:solidFill>
                          <a:latin typeface="Times New Roman" pitchFamily="18" charset="0"/>
                          <a:ea typeface="新細明體" pitchFamily="18" charset="-120"/>
                        </a:defRPr>
                      </a:lvl5pPr>
                      <a:lvl6pPr marL="25146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6pPr>
                      <a:lvl7pPr marL="29718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7pPr>
                      <a:lvl8pPr marL="34290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8pPr>
                      <a:lvl9pPr marL="38862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1" lang="zh-TW" altLang="en-US" sz="1800" b="0" i="0" u="none" strike="noStrike" cap="none" normalizeH="0" baseline="0" smtClean="0">
                          <a:ln>
                            <a:noFill/>
                          </a:ln>
                          <a:solidFill>
                            <a:srgbClr val="000000"/>
                          </a:solidFill>
                          <a:effectLst/>
                          <a:latin typeface="Times New Roman" pitchFamily="18" charset="0"/>
                          <a:ea typeface="新細明體" pitchFamily="18" charset="-120"/>
                        </a:rPr>
                        <a:t>易</a:t>
                      </a:r>
                    </a:p>
                  </a:txBody>
                  <a:tcPr marL="91434" marR="91434" marT="45718" marB="45718" anchor="ctr" horzOverflow="overflow">
                    <a:lnL>
                      <a:noFill/>
                    </a:lnL>
                    <a:lnR>
                      <a:noFill/>
                    </a:lnR>
                    <a:lnT w="25400" cap="flat" cmpd="sng" algn="ctr">
                      <a:solidFill>
                        <a:schemeClr val="tx1"/>
                      </a:solidFill>
                      <a:prstDash val="solid"/>
                      <a:round/>
                      <a:headEnd type="none" w="med" len="med"/>
                      <a:tailEnd type="none" w="med" len="med"/>
                    </a:lnT>
                    <a:lnB>
                      <a:noFill/>
                    </a:lnB>
                    <a:lnTlToBr>
                      <a:noFill/>
                    </a:lnTlToBr>
                    <a:lnBlToTr>
                      <a:noFill/>
                    </a:lnBlToTr>
                    <a:solidFill>
                      <a:srgbClr val="E7E7E7"/>
                    </a:solidFill>
                  </a:tcPr>
                </a:tc>
                <a:tc>
                  <a:txBody>
                    <a:bodyPr/>
                    <a:lstStyle>
                      <a:lvl1pPr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2pPr>
                      <a:lvl3pPr marL="1143000" indent="-228600" algn="just">
                        <a:lnSpc>
                          <a:spcPct val="120000"/>
                        </a:lnSpc>
                        <a:spcBef>
                          <a:spcPct val="20000"/>
                        </a:spcBef>
                        <a:defRPr kumimoji="1" sz="20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4pPr>
                      <a:lvl5pPr marL="2057400" indent="-228600" algn="just">
                        <a:lnSpc>
                          <a:spcPct val="120000"/>
                        </a:lnSpc>
                        <a:spcBef>
                          <a:spcPct val="20000"/>
                        </a:spcBef>
                        <a:defRPr kumimoji="1" sz="2000">
                          <a:solidFill>
                            <a:schemeClr val="bg2"/>
                          </a:solidFill>
                          <a:latin typeface="Times New Roman" pitchFamily="18" charset="0"/>
                          <a:ea typeface="新細明體" pitchFamily="18" charset="-120"/>
                        </a:defRPr>
                      </a:lvl5pPr>
                      <a:lvl6pPr marL="25146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6pPr>
                      <a:lvl7pPr marL="29718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7pPr>
                      <a:lvl8pPr marL="34290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8pPr>
                      <a:lvl9pPr marL="38862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1" lang="zh-TW" altLang="en-US" sz="1800" b="0" i="0" u="none" strike="noStrike" cap="none" normalizeH="0" baseline="0" smtClean="0">
                          <a:ln>
                            <a:noFill/>
                          </a:ln>
                          <a:solidFill>
                            <a:srgbClr val="000000"/>
                          </a:solidFill>
                          <a:effectLst/>
                          <a:latin typeface="Times New Roman" pitchFamily="18" charset="0"/>
                          <a:ea typeface="新細明體" pitchFamily="18" charset="-120"/>
                        </a:rPr>
                        <a:t>佳</a:t>
                      </a:r>
                    </a:p>
                  </a:txBody>
                  <a:tcPr marL="91434" marR="91434" marT="45718" marB="45718" anchor="ctr" horzOverflow="overflow">
                    <a:lnL>
                      <a:noFill/>
                    </a:lnL>
                    <a:lnR>
                      <a:noFill/>
                    </a:lnR>
                    <a:lnT w="25400" cap="flat" cmpd="sng" algn="ctr">
                      <a:solidFill>
                        <a:schemeClr val="tx1"/>
                      </a:solidFill>
                      <a:prstDash val="solid"/>
                      <a:round/>
                      <a:headEnd type="none" w="med" len="med"/>
                      <a:tailEnd type="none" w="med" len="med"/>
                    </a:lnT>
                    <a:lnB>
                      <a:noFill/>
                    </a:lnB>
                    <a:lnTlToBr>
                      <a:noFill/>
                    </a:lnTlToBr>
                    <a:lnBlToTr>
                      <a:noFill/>
                    </a:lnBlToTr>
                    <a:solidFill>
                      <a:srgbClr val="E7E7E7"/>
                    </a:solidFill>
                  </a:tcPr>
                </a:tc>
                <a:tc>
                  <a:txBody>
                    <a:bodyPr/>
                    <a:lstStyle>
                      <a:lvl1pPr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2pPr>
                      <a:lvl3pPr marL="1143000" indent="-228600" algn="just">
                        <a:lnSpc>
                          <a:spcPct val="120000"/>
                        </a:lnSpc>
                        <a:spcBef>
                          <a:spcPct val="20000"/>
                        </a:spcBef>
                        <a:defRPr kumimoji="1" sz="20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4pPr>
                      <a:lvl5pPr marL="2057400" indent="-228600" algn="just">
                        <a:lnSpc>
                          <a:spcPct val="120000"/>
                        </a:lnSpc>
                        <a:spcBef>
                          <a:spcPct val="20000"/>
                        </a:spcBef>
                        <a:defRPr kumimoji="1" sz="2000">
                          <a:solidFill>
                            <a:schemeClr val="bg2"/>
                          </a:solidFill>
                          <a:latin typeface="Times New Roman" pitchFamily="18" charset="0"/>
                          <a:ea typeface="新細明體" pitchFamily="18" charset="-120"/>
                        </a:defRPr>
                      </a:lvl5pPr>
                      <a:lvl6pPr marL="25146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6pPr>
                      <a:lvl7pPr marL="29718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7pPr>
                      <a:lvl8pPr marL="34290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8pPr>
                      <a:lvl9pPr marL="38862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1" lang="zh-TW" altLang="en-US" sz="1800" b="0" i="0" u="none" strike="noStrike" cap="none" normalizeH="0" baseline="0" smtClean="0">
                          <a:ln>
                            <a:noFill/>
                          </a:ln>
                          <a:solidFill>
                            <a:srgbClr val="000000"/>
                          </a:solidFill>
                          <a:effectLst/>
                          <a:latin typeface="Times New Roman" pitchFamily="18" charset="0"/>
                          <a:ea typeface="新細明體" pitchFamily="18" charset="-120"/>
                        </a:rPr>
                        <a:t>低</a:t>
                      </a:r>
                    </a:p>
                  </a:txBody>
                  <a:tcPr marL="91434" marR="91434" marT="45718" marB="45718" anchor="ctr" horzOverflow="overflow">
                    <a:lnL>
                      <a:noFill/>
                    </a:lnL>
                    <a:lnR>
                      <a:noFill/>
                    </a:lnR>
                    <a:lnT w="25400" cap="flat" cmpd="sng" algn="ctr">
                      <a:solidFill>
                        <a:schemeClr val="tx1"/>
                      </a:solidFill>
                      <a:prstDash val="solid"/>
                      <a:round/>
                      <a:headEnd type="none" w="med" len="med"/>
                      <a:tailEnd type="none" w="med" len="med"/>
                    </a:lnT>
                    <a:lnB>
                      <a:noFill/>
                    </a:lnB>
                    <a:lnTlToBr>
                      <a:noFill/>
                    </a:lnTlToBr>
                    <a:lnBlToTr>
                      <a:noFill/>
                    </a:lnBlToTr>
                    <a:solidFill>
                      <a:srgbClr val="E7E7E7"/>
                    </a:solidFill>
                  </a:tcPr>
                </a:tc>
              </a:tr>
              <a:tr h="749300">
                <a:tc>
                  <a:txBody>
                    <a:bodyPr/>
                    <a:lstStyle>
                      <a:lvl1pPr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2pPr>
                      <a:lvl3pPr marL="1143000" indent="-228600" algn="just">
                        <a:lnSpc>
                          <a:spcPct val="120000"/>
                        </a:lnSpc>
                        <a:spcBef>
                          <a:spcPct val="20000"/>
                        </a:spcBef>
                        <a:defRPr kumimoji="1" sz="20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4pPr>
                      <a:lvl5pPr marL="2057400" indent="-228600" algn="just">
                        <a:lnSpc>
                          <a:spcPct val="120000"/>
                        </a:lnSpc>
                        <a:spcBef>
                          <a:spcPct val="20000"/>
                        </a:spcBef>
                        <a:defRPr kumimoji="1" sz="2000">
                          <a:solidFill>
                            <a:schemeClr val="bg2"/>
                          </a:solidFill>
                          <a:latin typeface="Times New Roman" pitchFamily="18" charset="0"/>
                          <a:ea typeface="新細明體" pitchFamily="18" charset="-120"/>
                        </a:defRPr>
                      </a:lvl5pPr>
                      <a:lvl6pPr marL="25146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6pPr>
                      <a:lvl7pPr marL="29718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7pPr>
                      <a:lvl8pPr marL="34290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8pPr>
                      <a:lvl9pPr marL="38862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1" lang="zh-TW" altLang="en-US" sz="1800" b="0" i="0" u="none" strike="noStrike" cap="none" normalizeH="0" baseline="0" smtClean="0">
                          <a:ln>
                            <a:noFill/>
                          </a:ln>
                          <a:solidFill>
                            <a:srgbClr val="000000"/>
                          </a:solidFill>
                          <a:effectLst/>
                          <a:latin typeface="Times New Roman" pitchFamily="18" charset="0"/>
                          <a:ea typeface="新細明體" pitchFamily="18" charset="-120"/>
                        </a:rPr>
                        <a:t>資料結構型</a:t>
                      </a:r>
                    </a:p>
                  </a:txBody>
                  <a:tcPr marL="91434" marR="91434" marT="45718" marB="45718" anchor="ctr" horzOverflow="overflow">
                    <a:lnL>
                      <a:noFill/>
                    </a:lnL>
                    <a:lnR>
                      <a:noFill/>
                    </a:lnR>
                    <a:lnT>
                      <a:noFill/>
                    </a:lnT>
                    <a:lnB>
                      <a:noFill/>
                    </a:lnB>
                    <a:lnTlToBr>
                      <a:noFill/>
                    </a:lnTlToBr>
                    <a:lnBlToTr>
                      <a:noFill/>
                    </a:lnBlToTr>
                    <a:solidFill>
                      <a:schemeClr val="bg1"/>
                    </a:solidFill>
                  </a:tcPr>
                </a:tc>
                <a:tc>
                  <a:txBody>
                    <a:bodyPr/>
                    <a:lstStyle>
                      <a:lvl1pPr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2pPr>
                      <a:lvl3pPr marL="1143000" indent="-228600" algn="just">
                        <a:lnSpc>
                          <a:spcPct val="120000"/>
                        </a:lnSpc>
                        <a:spcBef>
                          <a:spcPct val="20000"/>
                        </a:spcBef>
                        <a:defRPr kumimoji="1" sz="20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4pPr>
                      <a:lvl5pPr marL="2057400" indent="-228600" algn="just">
                        <a:lnSpc>
                          <a:spcPct val="120000"/>
                        </a:lnSpc>
                        <a:spcBef>
                          <a:spcPct val="20000"/>
                        </a:spcBef>
                        <a:defRPr kumimoji="1" sz="2000">
                          <a:solidFill>
                            <a:schemeClr val="bg2"/>
                          </a:solidFill>
                          <a:latin typeface="Times New Roman" pitchFamily="18" charset="0"/>
                          <a:ea typeface="新細明體" pitchFamily="18" charset="-120"/>
                        </a:defRPr>
                      </a:lvl5pPr>
                      <a:lvl6pPr marL="25146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6pPr>
                      <a:lvl7pPr marL="29718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7pPr>
                      <a:lvl8pPr marL="34290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8pPr>
                      <a:lvl9pPr marL="38862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1" lang="zh-TW" altLang="en-US" sz="1800" b="0" i="0" u="none" strike="noStrike" cap="none" normalizeH="0" baseline="0" smtClean="0">
                          <a:ln>
                            <a:noFill/>
                          </a:ln>
                          <a:solidFill>
                            <a:srgbClr val="000000"/>
                          </a:solidFill>
                          <a:effectLst/>
                          <a:latin typeface="Times New Roman" pitchFamily="18" charset="0"/>
                          <a:ea typeface="新細明體" pitchFamily="18" charset="-120"/>
                        </a:rPr>
                        <a:t>變動</a:t>
                      </a:r>
                    </a:p>
                  </a:txBody>
                  <a:tcPr marL="91434" marR="91434" marT="45718" marB="45718" anchor="ctr" horzOverflow="overflow">
                    <a:lnL>
                      <a:noFill/>
                    </a:lnL>
                    <a:lnR>
                      <a:noFill/>
                    </a:lnR>
                    <a:lnT>
                      <a:noFill/>
                    </a:lnT>
                    <a:lnB>
                      <a:noFill/>
                    </a:lnB>
                    <a:lnTlToBr>
                      <a:noFill/>
                    </a:lnTlToBr>
                    <a:lnBlToTr>
                      <a:noFill/>
                    </a:lnBlToTr>
                    <a:solidFill>
                      <a:schemeClr val="bg1"/>
                    </a:solidFill>
                  </a:tcPr>
                </a:tc>
                <a:tc>
                  <a:txBody>
                    <a:bodyPr/>
                    <a:lstStyle>
                      <a:lvl1pPr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2pPr>
                      <a:lvl3pPr marL="1143000" indent="-228600" algn="just">
                        <a:lnSpc>
                          <a:spcPct val="120000"/>
                        </a:lnSpc>
                        <a:spcBef>
                          <a:spcPct val="20000"/>
                        </a:spcBef>
                        <a:defRPr kumimoji="1" sz="20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4pPr>
                      <a:lvl5pPr marL="2057400" indent="-228600" algn="just">
                        <a:lnSpc>
                          <a:spcPct val="120000"/>
                        </a:lnSpc>
                        <a:spcBef>
                          <a:spcPct val="20000"/>
                        </a:spcBef>
                        <a:defRPr kumimoji="1" sz="2000">
                          <a:solidFill>
                            <a:schemeClr val="bg2"/>
                          </a:solidFill>
                          <a:latin typeface="Times New Roman" pitchFamily="18" charset="0"/>
                          <a:ea typeface="新細明體" pitchFamily="18" charset="-120"/>
                        </a:defRPr>
                      </a:lvl5pPr>
                      <a:lvl6pPr marL="25146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6pPr>
                      <a:lvl7pPr marL="29718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7pPr>
                      <a:lvl8pPr marL="34290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8pPr>
                      <a:lvl9pPr marL="38862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1" lang="zh-TW" altLang="en-US" sz="1800" b="0" i="0" u="none" strike="noStrike" cap="none" normalizeH="0" baseline="0" smtClean="0">
                          <a:ln>
                            <a:noFill/>
                          </a:ln>
                          <a:solidFill>
                            <a:srgbClr val="000000"/>
                          </a:solidFill>
                          <a:effectLst/>
                          <a:latin typeface="Times New Roman" pitchFamily="18" charset="0"/>
                          <a:ea typeface="新細明體" pitchFamily="18" charset="-120"/>
                        </a:rPr>
                        <a:t>中等</a:t>
                      </a:r>
                    </a:p>
                  </a:txBody>
                  <a:tcPr marL="91434" marR="91434" marT="45718" marB="45718" anchor="ctr" horzOverflow="overflow">
                    <a:lnL>
                      <a:noFill/>
                    </a:lnL>
                    <a:lnR>
                      <a:noFill/>
                    </a:lnR>
                    <a:lnT>
                      <a:noFill/>
                    </a:lnT>
                    <a:lnB>
                      <a:noFill/>
                    </a:lnB>
                    <a:lnTlToBr>
                      <a:noFill/>
                    </a:lnTlToBr>
                    <a:lnBlToTr>
                      <a:noFill/>
                    </a:lnBlToTr>
                    <a:solidFill>
                      <a:schemeClr val="bg1"/>
                    </a:solidFill>
                  </a:tcPr>
                </a:tc>
                <a:tc>
                  <a:txBody>
                    <a:bodyPr/>
                    <a:lstStyle>
                      <a:lvl1pPr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2pPr>
                      <a:lvl3pPr marL="1143000" indent="-228600" algn="just">
                        <a:lnSpc>
                          <a:spcPct val="120000"/>
                        </a:lnSpc>
                        <a:spcBef>
                          <a:spcPct val="20000"/>
                        </a:spcBef>
                        <a:defRPr kumimoji="1" sz="20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4pPr>
                      <a:lvl5pPr marL="2057400" indent="-228600" algn="just">
                        <a:lnSpc>
                          <a:spcPct val="120000"/>
                        </a:lnSpc>
                        <a:spcBef>
                          <a:spcPct val="20000"/>
                        </a:spcBef>
                        <a:defRPr kumimoji="1" sz="2000">
                          <a:solidFill>
                            <a:schemeClr val="bg2"/>
                          </a:solidFill>
                          <a:latin typeface="Times New Roman" pitchFamily="18" charset="0"/>
                          <a:ea typeface="新細明體" pitchFamily="18" charset="-120"/>
                        </a:defRPr>
                      </a:lvl5pPr>
                      <a:lvl6pPr marL="25146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6pPr>
                      <a:lvl7pPr marL="29718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7pPr>
                      <a:lvl8pPr marL="34290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8pPr>
                      <a:lvl9pPr marL="38862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1" lang="zh-TW" altLang="en-US" sz="1800" b="0" i="0" u="none" strike="noStrike" cap="none" normalizeH="0" baseline="0" smtClean="0">
                          <a:ln>
                            <a:noFill/>
                          </a:ln>
                          <a:solidFill>
                            <a:srgbClr val="000000"/>
                          </a:solidFill>
                          <a:effectLst/>
                          <a:latin typeface="Times New Roman" pitchFamily="18" charset="0"/>
                          <a:ea typeface="新細明體" pitchFamily="18" charset="-120"/>
                        </a:rPr>
                        <a:t>中等</a:t>
                      </a:r>
                    </a:p>
                  </a:txBody>
                  <a:tcPr marL="91434" marR="91434" marT="45718" marB="45718" anchor="ctr" horzOverflow="overflow">
                    <a:lnL>
                      <a:noFill/>
                    </a:lnL>
                    <a:lnR>
                      <a:noFill/>
                    </a:lnR>
                    <a:lnT>
                      <a:noFill/>
                    </a:lnT>
                    <a:lnB>
                      <a:noFill/>
                    </a:lnB>
                    <a:lnTlToBr>
                      <a:noFill/>
                    </a:lnTlToBr>
                    <a:lnBlToTr>
                      <a:noFill/>
                    </a:lnBlToTr>
                    <a:solidFill>
                      <a:schemeClr val="bg1"/>
                    </a:solidFill>
                  </a:tcPr>
                </a:tc>
                <a:tc>
                  <a:txBody>
                    <a:bodyPr/>
                    <a:lstStyle>
                      <a:lvl1pPr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2pPr>
                      <a:lvl3pPr marL="1143000" indent="-228600" algn="just">
                        <a:lnSpc>
                          <a:spcPct val="120000"/>
                        </a:lnSpc>
                        <a:spcBef>
                          <a:spcPct val="20000"/>
                        </a:spcBef>
                        <a:defRPr kumimoji="1" sz="20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4pPr>
                      <a:lvl5pPr marL="2057400" indent="-228600" algn="just">
                        <a:lnSpc>
                          <a:spcPct val="120000"/>
                        </a:lnSpc>
                        <a:spcBef>
                          <a:spcPct val="20000"/>
                        </a:spcBef>
                        <a:defRPr kumimoji="1" sz="2000">
                          <a:solidFill>
                            <a:schemeClr val="bg2"/>
                          </a:solidFill>
                          <a:latin typeface="Times New Roman" pitchFamily="18" charset="0"/>
                          <a:ea typeface="新細明體" pitchFamily="18" charset="-120"/>
                        </a:defRPr>
                      </a:lvl5pPr>
                      <a:lvl6pPr marL="25146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6pPr>
                      <a:lvl7pPr marL="29718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7pPr>
                      <a:lvl8pPr marL="34290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8pPr>
                      <a:lvl9pPr marL="38862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1" lang="zh-TW" altLang="en-US" sz="1800" b="0" i="0" u="none" strike="noStrike" cap="none" normalizeH="0" baseline="0" smtClean="0">
                          <a:ln>
                            <a:noFill/>
                          </a:ln>
                          <a:solidFill>
                            <a:srgbClr val="000000"/>
                          </a:solidFill>
                          <a:effectLst/>
                          <a:latin typeface="Times New Roman" pitchFamily="18" charset="0"/>
                          <a:ea typeface="新細明體" pitchFamily="18" charset="-120"/>
                        </a:rPr>
                        <a:t>中等</a:t>
                      </a:r>
                    </a:p>
                  </a:txBody>
                  <a:tcPr marL="91434" marR="91434" marT="45718" marB="45718" anchor="ctr" horzOverflow="overflow">
                    <a:lnL>
                      <a:noFill/>
                    </a:lnL>
                    <a:lnR>
                      <a:noFill/>
                    </a:lnR>
                    <a:lnT>
                      <a:noFill/>
                    </a:lnT>
                    <a:lnB>
                      <a:noFill/>
                    </a:lnB>
                    <a:lnTlToBr>
                      <a:noFill/>
                    </a:lnTlToBr>
                    <a:lnBlToTr>
                      <a:noFill/>
                    </a:lnBlToTr>
                    <a:solidFill>
                      <a:schemeClr val="bg1"/>
                    </a:solidFill>
                  </a:tcPr>
                </a:tc>
              </a:tr>
              <a:tr h="747713">
                <a:tc>
                  <a:txBody>
                    <a:bodyPr/>
                    <a:lstStyle>
                      <a:lvl1pPr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2pPr>
                      <a:lvl3pPr marL="1143000" indent="-228600" algn="just">
                        <a:lnSpc>
                          <a:spcPct val="120000"/>
                        </a:lnSpc>
                        <a:spcBef>
                          <a:spcPct val="20000"/>
                        </a:spcBef>
                        <a:defRPr kumimoji="1" sz="20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4pPr>
                      <a:lvl5pPr marL="2057400" indent="-228600" algn="just">
                        <a:lnSpc>
                          <a:spcPct val="120000"/>
                        </a:lnSpc>
                        <a:spcBef>
                          <a:spcPct val="20000"/>
                        </a:spcBef>
                        <a:defRPr kumimoji="1" sz="2000">
                          <a:solidFill>
                            <a:schemeClr val="bg2"/>
                          </a:solidFill>
                          <a:latin typeface="Times New Roman" pitchFamily="18" charset="0"/>
                          <a:ea typeface="新細明體" pitchFamily="18" charset="-120"/>
                        </a:defRPr>
                      </a:lvl5pPr>
                      <a:lvl6pPr marL="25146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6pPr>
                      <a:lvl7pPr marL="29718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7pPr>
                      <a:lvl8pPr marL="34290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8pPr>
                      <a:lvl9pPr marL="38862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1" lang="zh-TW" altLang="en-US" sz="1800" b="0" i="0" u="none" strike="noStrike" cap="none" normalizeH="0" baseline="0" smtClean="0">
                          <a:ln>
                            <a:noFill/>
                          </a:ln>
                          <a:solidFill>
                            <a:srgbClr val="000000"/>
                          </a:solidFill>
                          <a:effectLst/>
                          <a:latin typeface="Times New Roman" pitchFamily="18" charset="0"/>
                          <a:ea typeface="新細明體" pitchFamily="18" charset="-120"/>
                        </a:rPr>
                        <a:t>控制型</a:t>
                      </a:r>
                    </a:p>
                  </a:txBody>
                  <a:tcPr marL="91434" marR="91434" marT="45718" marB="45718" anchor="ctr" horzOverflow="overflow">
                    <a:lnL>
                      <a:noFill/>
                    </a:lnL>
                    <a:lnR>
                      <a:noFill/>
                    </a:lnR>
                    <a:lnT>
                      <a:noFill/>
                    </a:lnT>
                    <a:lnB>
                      <a:noFill/>
                    </a:lnB>
                    <a:lnTlToBr>
                      <a:noFill/>
                    </a:lnTlToBr>
                    <a:lnBlToTr>
                      <a:noFill/>
                    </a:lnBlToTr>
                    <a:solidFill>
                      <a:srgbClr val="E7E7E7"/>
                    </a:solidFill>
                  </a:tcPr>
                </a:tc>
                <a:tc>
                  <a:txBody>
                    <a:bodyPr/>
                    <a:lstStyle>
                      <a:lvl1pPr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2pPr>
                      <a:lvl3pPr marL="1143000" indent="-228600" algn="just">
                        <a:lnSpc>
                          <a:spcPct val="120000"/>
                        </a:lnSpc>
                        <a:spcBef>
                          <a:spcPct val="20000"/>
                        </a:spcBef>
                        <a:defRPr kumimoji="1" sz="20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4pPr>
                      <a:lvl5pPr marL="2057400" indent="-228600" algn="just">
                        <a:lnSpc>
                          <a:spcPct val="120000"/>
                        </a:lnSpc>
                        <a:spcBef>
                          <a:spcPct val="20000"/>
                        </a:spcBef>
                        <a:defRPr kumimoji="1" sz="2000">
                          <a:solidFill>
                            <a:schemeClr val="bg2"/>
                          </a:solidFill>
                          <a:latin typeface="Times New Roman" pitchFamily="18" charset="0"/>
                          <a:ea typeface="新細明體" pitchFamily="18" charset="-120"/>
                        </a:defRPr>
                      </a:lvl5pPr>
                      <a:lvl6pPr marL="25146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6pPr>
                      <a:lvl7pPr marL="29718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7pPr>
                      <a:lvl8pPr marL="34290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8pPr>
                      <a:lvl9pPr marL="38862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1" lang="zh-TW" altLang="en-US" sz="1800" b="0" i="0" u="none" strike="noStrike" cap="none" normalizeH="0" baseline="0" smtClean="0">
                          <a:ln>
                            <a:noFill/>
                          </a:ln>
                          <a:solidFill>
                            <a:srgbClr val="000000"/>
                          </a:solidFill>
                          <a:effectLst/>
                          <a:latin typeface="Times New Roman" pitchFamily="18" charset="0"/>
                          <a:ea typeface="新細明體" pitchFamily="18" charset="-120"/>
                        </a:rPr>
                        <a:t>中等</a:t>
                      </a:r>
                    </a:p>
                  </a:txBody>
                  <a:tcPr marL="91434" marR="91434" marT="45718" marB="45718" anchor="ctr" horzOverflow="overflow">
                    <a:lnL>
                      <a:noFill/>
                    </a:lnL>
                    <a:lnR>
                      <a:noFill/>
                    </a:lnR>
                    <a:lnT>
                      <a:noFill/>
                    </a:lnT>
                    <a:lnB>
                      <a:noFill/>
                    </a:lnB>
                    <a:lnTlToBr>
                      <a:noFill/>
                    </a:lnTlToBr>
                    <a:lnBlToTr>
                      <a:noFill/>
                    </a:lnBlToTr>
                    <a:solidFill>
                      <a:srgbClr val="E7E7E7"/>
                    </a:solidFill>
                  </a:tcPr>
                </a:tc>
                <a:tc>
                  <a:txBody>
                    <a:bodyPr/>
                    <a:lstStyle>
                      <a:lvl1pPr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2pPr>
                      <a:lvl3pPr marL="1143000" indent="-228600" algn="just">
                        <a:lnSpc>
                          <a:spcPct val="120000"/>
                        </a:lnSpc>
                        <a:spcBef>
                          <a:spcPct val="20000"/>
                        </a:spcBef>
                        <a:defRPr kumimoji="1" sz="20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4pPr>
                      <a:lvl5pPr marL="2057400" indent="-228600" algn="just">
                        <a:lnSpc>
                          <a:spcPct val="120000"/>
                        </a:lnSpc>
                        <a:spcBef>
                          <a:spcPct val="20000"/>
                        </a:spcBef>
                        <a:defRPr kumimoji="1" sz="2000">
                          <a:solidFill>
                            <a:schemeClr val="bg2"/>
                          </a:solidFill>
                          <a:latin typeface="Times New Roman" pitchFamily="18" charset="0"/>
                          <a:ea typeface="新細明體" pitchFamily="18" charset="-120"/>
                        </a:defRPr>
                      </a:lvl5pPr>
                      <a:lvl6pPr marL="25146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6pPr>
                      <a:lvl7pPr marL="29718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7pPr>
                      <a:lvl8pPr marL="34290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8pPr>
                      <a:lvl9pPr marL="38862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1" lang="zh-TW" altLang="en-US" sz="1800" b="0" i="0" u="none" strike="noStrike" cap="none" normalizeH="0" baseline="0" smtClean="0">
                          <a:ln>
                            <a:noFill/>
                          </a:ln>
                          <a:solidFill>
                            <a:srgbClr val="000000"/>
                          </a:solidFill>
                          <a:effectLst/>
                          <a:latin typeface="Times New Roman" pitchFamily="18" charset="0"/>
                          <a:ea typeface="新細明體" pitchFamily="18" charset="-120"/>
                        </a:rPr>
                        <a:t>難</a:t>
                      </a:r>
                    </a:p>
                  </a:txBody>
                  <a:tcPr marL="91434" marR="91434" marT="45718" marB="45718" anchor="ctr" horzOverflow="overflow">
                    <a:lnL>
                      <a:noFill/>
                    </a:lnL>
                    <a:lnR>
                      <a:noFill/>
                    </a:lnR>
                    <a:lnT>
                      <a:noFill/>
                    </a:lnT>
                    <a:lnB>
                      <a:noFill/>
                    </a:lnB>
                    <a:lnTlToBr>
                      <a:noFill/>
                    </a:lnTlToBr>
                    <a:lnBlToTr>
                      <a:noFill/>
                    </a:lnBlToTr>
                    <a:solidFill>
                      <a:srgbClr val="E7E7E7"/>
                    </a:solidFill>
                  </a:tcPr>
                </a:tc>
                <a:tc>
                  <a:txBody>
                    <a:bodyPr/>
                    <a:lstStyle>
                      <a:lvl1pPr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2pPr>
                      <a:lvl3pPr marL="1143000" indent="-228600" algn="just">
                        <a:lnSpc>
                          <a:spcPct val="120000"/>
                        </a:lnSpc>
                        <a:spcBef>
                          <a:spcPct val="20000"/>
                        </a:spcBef>
                        <a:defRPr kumimoji="1" sz="20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4pPr>
                      <a:lvl5pPr marL="2057400" indent="-228600" algn="just">
                        <a:lnSpc>
                          <a:spcPct val="120000"/>
                        </a:lnSpc>
                        <a:spcBef>
                          <a:spcPct val="20000"/>
                        </a:spcBef>
                        <a:defRPr kumimoji="1" sz="2000">
                          <a:solidFill>
                            <a:schemeClr val="bg2"/>
                          </a:solidFill>
                          <a:latin typeface="Times New Roman" pitchFamily="18" charset="0"/>
                          <a:ea typeface="新細明體" pitchFamily="18" charset="-120"/>
                        </a:defRPr>
                      </a:lvl5pPr>
                      <a:lvl6pPr marL="25146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6pPr>
                      <a:lvl7pPr marL="29718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7pPr>
                      <a:lvl8pPr marL="34290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8pPr>
                      <a:lvl9pPr marL="38862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1" lang="zh-TW" altLang="en-US" sz="1800" b="0" i="0" u="none" strike="noStrike" cap="none" normalizeH="0" baseline="0" smtClean="0">
                          <a:ln>
                            <a:noFill/>
                          </a:ln>
                          <a:solidFill>
                            <a:srgbClr val="000000"/>
                          </a:solidFill>
                          <a:effectLst/>
                          <a:latin typeface="Times New Roman" pitchFamily="18" charset="0"/>
                          <a:ea typeface="新細明體" pitchFamily="18" charset="-120"/>
                        </a:rPr>
                        <a:t>差</a:t>
                      </a:r>
                    </a:p>
                  </a:txBody>
                  <a:tcPr marL="91434" marR="91434" marT="45718" marB="45718" anchor="ctr" horzOverflow="overflow">
                    <a:lnL>
                      <a:noFill/>
                    </a:lnL>
                    <a:lnR>
                      <a:noFill/>
                    </a:lnR>
                    <a:lnT>
                      <a:noFill/>
                    </a:lnT>
                    <a:lnB>
                      <a:noFill/>
                    </a:lnB>
                    <a:lnTlToBr>
                      <a:noFill/>
                    </a:lnTlToBr>
                    <a:lnBlToTr>
                      <a:noFill/>
                    </a:lnBlToTr>
                    <a:solidFill>
                      <a:srgbClr val="E7E7E7"/>
                    </a:solidFill>
                  </a:tcPr>
                </a:tc>
                <a:tc>
                  <a:txBody>
                    <a:bodyPr/>
                    <a:lstStyle>
                      <a:lvl1pPr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2pPr>
                      <a:lvl3pPr marL="1143000" indent="-228600" algn="just">
                        <a:lnSpc>
                          <a:spcPct val="120000"/>
                        </a:lnSpc>
                        <a:spcBef>
                          <a:spcPct val="20000"/>
                        </a:spcBef>
                        <a:defRPr kumimoji="1" sz="20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4pPr>
                      <a:lvl5pPr marL="2057400" indent="-228600" algn="just">
                        <a:lnSpc>
                          <a:spcPct val="120000"/>
                        </a:lnSpc>
                        <a:spcBef>
                          <a:spcPct val="20000"/>
                        </a:spcBef>
                        <a:defRPr kumimoji="1" sz="2000">
                          <a:solidFill>
                            <a:schemeClr val="bg2"/>
                          </a:solidFill>
                          <a:latin typeface="Times New Roman" pitchFamily="18" charset="0"/>
                          <a:ea typeface="新細明體" pitchFamily="18" charset="-120"/>
                        </a:defRPr>
                      </a:lvl5pPr>
                      <a:lvl6pPr marL="25146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6pPr>
                      <a:lvl7pPr marL="29718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7pPr>
                      <a:lvl8pPr marL="34290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8pPr>
                      <a:lvl9pPr marL="38862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1" lang="zh-TW" altLang="en-US" sz="1800" b="0" i="0" u="none" strike="noStrike" cap="none" normalizeH="0" baseline="0" smtClean="0">
                          <a:ln>
                            <a:noFill/>
                          </a:ln>
                          <a:solidFill>
                            <a:srgbClr val="000000"/>
                          </a:solidFill>
                          <a:effectLst/>
                          <a:latin typeface="Times New Roman" pitchFamily="18" charset="0"/>
                          <a:ea typeface="新細明體" pitchFamily="18" charset="-120"/>
                        </a:rPr>
                        <a:t>高</a:t>
                      </a:r>
                    </a:p>
                  </a:txBody>
                  <a:tcPr marL="91434" marR="91434" marT="45718" marB="45718" anchor="ctr" horzOverflow="overflow">
                    <a:lnL>
                      <a:noFill/>
                    </a:lnL>
                    <a:lnR>
                      <a:noFill/>
                    </a:lnR>
                    <a:lnT>
                      <a:noFill/>
                    </a:lnT>
                    <a:lnB>
                      <a:noFill/>
                    </a:lnB>
                    <a:lnTlToBr>
                      <a:noFill/>
                    </a:lnTlToBr>
                    <a:lnBlToTr>
                      <a:noFill/>
                    </a:lnBlToTr>
                    <a:solidFill>
                      <a:srgbClr val="E7E7E7"/>
                    </a:solidFill>
                  </a:tcPr>
                </a:tc>
              </a:tr>
              <a:tr h="750888">
                <a:tc>
                  <a:txBody>
                    <a:bodyPr/>
                    <a:lstStyle>
                      <a:lvl1pPr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2pPr>
                      <a:lvl3pPr marL="1143000" indent="-228600" algn="just">
                        <a:lnSpc>
                          <a:spcPct val="120000"/>
                        </a:lnSpc>
                        <a:spcBef>
                          <a:spcPct val="20000"/>
                        </a:spcBef>
                        <a:defRPr kumimoji="1" sz="20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4pPr>
                      <a:lvl5pPr marL="2057400" indent="-228600" algn="just">
                        <a:lnSpc>
                          <a:spcPct val="120000"/>
                        </a:lnSpc>
                        <a:spcBef>
                          <a:spcPct val="20000"/>
                        </a:spcBef>
                        <a:defRPr kumimoji="1" sz="2000">
                          <a:solidFill>
                            <a:schemeClr val="bg2"/>
                          </a:solidFill>
                          <a:latin typeface="Times New Roman" pitchFamily="18" charset="0"/>
                          <a:ea typeface="新細明體" pitchFamily="18" charset="-120"/>
                        </a:defRPr>
                      </a:lvl5pPr>
                      <a:lvl6pPr marL="25146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6pPr>
                      <a:lvl7pPr marL="29718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7pPr>
                      <a:lvl8pPr marL="34290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8pPr>
                      <a:lvl9pPr marL="38862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1" lang="zh-TW" altLang="en-US" sz="1800" b="0" i="0" u="none" strike="noStrike" cap="none" normalizeH="0" baseline="0" smtClean="0">
                          <a:ln>
                            <a:noFill/>
                          </a:ln>
                          <a:solidFill>
                            <a:srgbClr val="000000"/>
                          </a:solidFill>
                          <a:effectLst/>
                          <a:latin typeface="Times New Roman" pitchFamily="18" charset="0"/>
                          <a:ea typeface="新細明體" pitchFamily="18" charset="-120"/>
                        </a:rPr>
                        <a:t>共同型</a:t>
                      </a:r>
                    </a:p>
                  </a:txBody>
                  <a:tcPr marL="91434" marR="91434" marT="45718" marB="45718" anchor="ctr" horzOverflow="overflow">
                    <a:lnL>
                      <a:noFill/>
                    </a:lnL>
                    <a:lnR>
                      <a:noFill/>
                    </a:lnR>
                    <a:lnT>
                      <a:noFill/>
                    </a:lnT>
                    <a:lnB>
                      <a:noFill/>
                    </a:lnB>
                    <a:lnTlToBr>
                      <a:noFill/>
                    </a:lnTlToBr>
                    <a:lnBlToTr>
                      <a:noFill/>
                    </a:lnBlToTr>
                    <a:solidFill>
                      <a:schemeClr val="bg1"/>
                    </a:solidFill>
                  </a:tcPr>
                </a:tc>
                <a:tc>
                  <a:txBody>
                    <a:bodyPr/>
                    <a:lstStyle>
                      <a:lvl1pPr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2pPr>
                      <a:lvl3pPr marL="1143000" indent="-228600" algn="just">
                        <a:lnSpc>
                          <a:spcPct val="120000"/>
                        </a:lnSpc>
                        <a:spcBef>
                          <a:spcPct val="20000"/>
                        </a:spcBef>
                        <a:defRPr kumimoji="1" sz="20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4pPr>
                      <a:lvl5pPr marL="2057400" indent="-228600" algn="just">
                        <a:lnSpc>
                          <a:spcPct val="120000"/>
                        </a:lnSpc>
                        <a:spcBef>
                          <a:spcPct val="20000"/>
                        </a:spcBef>
                        <a:defRPr kumimoji="1" sz="2000">
                          <a:solidFill>
                            <a:schemeClr val="bg2"/>
                          </a:solidFill>
                          <a:latin typeface="Times New Roman" pitchFamily="18" charset="0"/>
                          <a:ea typeface="新細明體" pitchFamily="18" charset="-120"/>
                        </a:defRPr>
                      </a:lvl5pPr>
                      <a:lvl6pPr marL="25146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6pPr>
                      <a:lvl7pPr marL="29718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7pPr>
                      <a:lvl8pPr marL="34290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8pPr>
                      <a:lvl9pPr marL="38862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1" lang="zh-TW" altLang="en-US" sz="1800" b="0" i="0" u="none" strike="noStrike" cap="none" normalizeH="0" baseline="0" smtClean="0">
                          <a:ln>
                            <a:noFill/>
                          </a:ln>
                          <a:solidFill>
                            <a:srgbClr val="000000"/>
                          </a:solidFill>
                          <a:effectLst/>
                          <a:latin typeface="Times New Roman" pitchFamily="18" charset="0"/>
                          <a:ea typeface="新細明體" pitchFamily="18" charset="-120"/>
                        </a:rPr>
                        <a:t>高</a:t>
                      </a:r>
                    </a:p>
                  </a:txBody>
                  <a:tcPr marL="91434" marR="91434" marT="45718" marB="45718" anchor="ctr" horzOverflow="overflow">
                    <a:lnL>
                      <a:noFill/>
                    </a:lnL>
                    <a:lnR>
                      <a:noFill/>
                    </a:lnR>
                    <a:lnT>
                      <a:noFill/>
                    </a:lnT>
                    <a:lnB>
                      <a:noFill/>
                    </a:lnB>
                    <a:lnTlToBr>
                      <a:noFill/>
                    </a:lnTlToBr>
                    <a:lnBlToTr>
                      <a:noFill/>
                    </a:lnBlToTr>
                    <a:solidFill>
                      <a:schemeClr val="bg1"/>
                    </a:solidFill>
                  </a:tcPr>
                </a:tc>
                <a:tc>
                  <a:txBody>
                    <a:bodyPr/>
                    <a:lstStyle>
                      <a:lvl1pPr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2pPr>
                      <a:lvl3pPr marL="1143000" indent="-228600" algn="just">
                        <a:lnSpc>
                          <a:spcPct val="120000"/>
                        </a:lnSpc>
                        <a:spcBef>
                          <a:spcPct val="20000"/>
                        </a:spcBef>
                        <a:defRPr kumimoji="1" sz="20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4pPr>
                      <a:lvl5pPr marL="2057400" indent="-228600" algn="just">
                        <a:lnSpc>
                          <a:spcPct val="120000"/>
                        </a:lnSpc>
                        <a:spcBef>
                          <a:spcPct val="20000"/>
                        </a:spcBef>
                        <a:defRPr kumimoji="1" sz="2000">
                          <a:solidFill>
                            <a:schemeClr val="bg2"/>
                          </a:solidFill>
                          <a:latin typeface="Times New Roman" pitchFamily="18" charset="0"/>
                          <a:ea typeface="新細明體" pitchFamily="18" charset="-120"/>
                        </a:defRPr>
                      </a:lvl5pPr>
                      <a:lvl6pPr marL="25146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6pPr>
                      <a:lvl7pPr marL="29718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7pPr>
                      <a:lvl8pPr marL="34290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8pPr>
                      <a:lvl9pPr marL="38862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1" lang="zh-TW" altLang="en-US" sz="1800" b="0" i="0" u="none" strike="noStrike" cap="none" normalizeH="0" baseline="0" smtClean="0">
                          <a:ln>
                            <a:noFill/>
                          </a:ln>
                          <a:solidFill>
                            <a:srgbClr val="000000"/>
                          </a:solidFill>
                          <a:effectLst/>
                          <a:latin typeface="Times New Roman" pitchFamily="18" charset="0"/>
                          <a:ea typeface="新細明體" pitchFamily="18" charset="-120"/>
                        </a:rPr>
                        <a:t>中等</a:t>
                      </a:r>
                    </a:p>
                  </a:txBody>
                  <a:tcPr marL="91434" marR="91434" marT="45718" marB="45718" anchor="ctr" horzOverflow="overflow">
                    <a:lnL>
                      <a:noFill/>
                    </a:lnL>
                    <a:lnR>
                      <a:noFill/>
                    </a:lnR>
                    <a:lnT>
                      <a:noFill/>
                    </a:lnT>
                    <a:lnB>
                      <a:noFill/>
                    </a:lnB>
                    <a:lnTlToBr>
                      <a:noFill/>
                    </a:lnTlToBr>
                    <a:lnBlToTr>
                      <a:noFill/>
                    </a:lnBlToTr>
                    <a:solidFill>
                      <a:schemeClr val="bg1"/>
                    </a:solidFill>
                  </a:tcPr>
                </a:tc>
                <a:tc>
                  <a:txBody>
                    <a:bodyPr/>
                    <a:lstStyle>
                      <a:lvl1pPr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2pPr>
                      <a:lvl3pPr marL="1143000" indent="-228600" algn="just">
                        <a:lnSpc>
                          <a:spcPct val="120000"/>
                        </a:lnSpc>
                        <a:spcBef>
                          <a:spcPct val="20000"/>
                        </a:spcBef>
                        <a:defRPr kumimoji="1" sz="20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4pPr>
                      <a:lvl5pPr marL="2057400" indent="-228600" algn="just">
                        <a:lnSpc>
                          <a:spcPct val="120000"/>
                        </a:lnSpc>
                        <a:spcBef>
                          <a:spcPct val="20000"/>
                        </a:spcBef>
                        <a:defRPr kumimoji="1" sz="2000">
                          <a:solidFill>
                            <a:schemeClr val="bg2"/>
                          </a:solidFill>
                          <a:latin typeface="Times New Roman" pitchFamily="18" charset="0"/>
                          <a:ea typeface="新細明體" pitchFamily="18" charset="-120"/>
                        </a:defRPr>
                      </a:lvl5pPr>
                      <a:lvl6pPr marL="25146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6pPr>
                      <a:lvl7pPr marL="29718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7pPr>
                      <a:lvl8pPr marL="34290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8pPr>
                      <a:lvl9pPr marL="38862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1" lang="zh-TW" altLang="en-US" sz="1800" b="0" i="0" u="none" strike="noStrike" cap="none" normalizeH="0" baseline="0" smtClean="0">
                          <a:ln>
                            <a:noFill/>
                          </a:ln>
                          <a:solidFill>
                            <a:srgbClr val="000000"/>
                          </a:solidFill>
                          <a:effectLst/>
                          <a:latin typeface="Times New Roman" pitchFamily="18" charset="0"/>
                          <a:ea typeface="新細明體" pitchFamily="18" charset="-120"/>
                        </a:rPr>
                        <a:t>很差</a:t>
                      </a:r>
                    </a:p>
                  </a:txBody>
                  <a:tcPr marL="91434" marR="91434" marT="45718" marB="45718" anchor="ctr" horzOverflow="overflow">
                    <a:lnL>
                      <a:noFill/>
                    </a:lnL>
                    <a:lnR>
                      <a:noFill/>
                    </a:lnR>
                    <a:lnT>
                      <a:noFill/>
                    </a:lnT>
                    <a:lnB>
                      <a:noFill/>
                    </a:lnB>
                    <a:lnTlToBr>
                      <a:noFill/>
                    </a:lnTlToBr>
                    <a:lnBlToTr>
                      <a:noFill/>
                    </a:lnBlToTr>
                    <a:solidFill>
                      <a:schemeClr val="bg1"/>
                    </a:solidFill>
                  </a:tcPr>
                </a:tc>
                <a:tc>
                  <a:txBody>
                    <a:bodyPr/>
                    <a:lstStyle>
                      <a:lvl1pPr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2pPr>
                      <a:lvl3pPr marL="1143000" indent="-228600" algn="just">
                        <a:lnSpc>
                          <a:spcPct val="120000"/>
                        </a:lnSpc>
                        <a:spcBef>
                          <a:spcPct val="20000"/>
                        </a:spcBef>
                        <a:defRPr kumimoji="1" sz="20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4pPr>
                      <a:lvl5pPr marL="2057400" indent="-228600" algn="just">
                        <a:lnSpc>
                          <a:spcPct val="120000"/>
                        </a:lnSpc>
                        <a:spcBef>
                          <a:spcPct val="20000"/>
                        </a:spcBef>
                        <a:defRPr kumimoji="1" sz="2000">
                          <a:solidFill>
                            <a:schemeClr val="bg2"/>
                          </a:solidFill>
                          <a:latin typeface="Times New Roman" pitchFamily="18" charset="0"/>
                          <a:ea typeface="新細明體" pitchFamily="18" charset="-120"/>
                        </a:defRPr>
                      </a:lvl5pPr>
                      <a:lvl6pPr marL="25146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6pPr>
                      <a:lvl7pPr marL="29718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7pPr>
                      <a:lvl8pPr marL="34290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8pPr>
                      <a:lvl9pPr marL="38862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1" lang="zh-TW" altLang="en-US" sz="1800" b="0" i="0" u="none" strike="noStrike" cap="none" normalizeH="0" baseline="0" smtClean="0">
                          <a:ln>
                            <a:noFill/>
                          </a:ln>
                          <a:solidFill>
                            <a:srgbClr val="000000"/>
                          </a:solidFill>
                          <a:effectLst/>
                          <a:latin typeface="Times New Roman" pitchFamily="18" charset="0"/>
                          <a:ea typeface="新細明體" pitchFamily="18" charset="-120"/>
                        </a:rPr>
                        <a:t>很高</a:t>
                      </a:r>
                    </a:p>
                  </a:txBody>
                  <a:tcPr marL="91434" marR="91434" marT="45718" marB="45718" anchor="ctr" horzOverflow="overflow">
                    <a:lnL>
                      <a:noFill/>
                    </a:lnL>
                    <a:lnR>
                      <a:noFill/>
                    </a:lnR>
                    <a:lnT>
                      <a:noFill/>
                    </a:lnT>
                    <a:lnB>
                      <a:noFill/>
                    </a:lnB>
                    <a:lnTlToBr>
                      <a:noFill/>
                    </a:lnTlToBr>
                    <a:lnBlToTr>
                      <a:noFill/>
                    </a:lnBlToTr>
                    <a:solidFill>
                      <a:schemeClr val="bg1"/>
                    </a:solidFill>
                  </a:tcPr>
                </a:tc>
              </a:tr>
              <a:tr h="747713">
                <a:tc>
                  <a:txBody>
                    <a:bodyPr/>
                    <a:lstStyle>
                      <a:lvl1pPr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2pPr>
                      <a:lvl3pPr marL="1143000" indent="-228600" algn="just">
                        <a:lnSpc>
                          <a:spcPct val="120000"/>
                        </a:lnSpc>
                        <a:spcBef>
                          <a:spcPct val="20000"/>
                        </a:spcBef>
                        <a:defRPr kumimoji="1" sz="20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4pPr>
                      <a:lvl5pPr marL="2057400" indent="-228600" algn="just">
                        <a:lnSpc>
                          <a:spcPct val="120000"/>
                        </a:lnSpc>
                        <a:spcBef>
                          <a:spcPct val="20000"/>
                        </a:spcBef>
                        <a:defRPr kumimoji="1" sz="2000">
                          <a:solidFill>
                            <a:schemeClr val="bg2"/>
                          </a:solidFill>
                          <a:latin typeface="Times New Roman" pitchFamily="18" charset="0"/>
                          <a:ea typeface="新細明體" pitchFamily="18" charset="-120"/>
                        </a:defRPr>
                      </a:lvl5pPr>
                      <a:lvl6pPr marL="25146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6pPr>
                      <a:lvl7pPr marL="29718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7pPr>
                      <a:lvl8pPr marL="34290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8pPr>
                      <a:lvl9pPr marL="38862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1" lang="zh-TW" altLang="en-US" sz="1800" b="0" i="0" u="none" strike="noStrike" cap="none" normalizeH="0" baseline="0" smtClean="0">
                          <a:ln>
                            <a:noFill/>
                          </a:ln>
                          <a:solidFill>
                            <a:srgbClr val="000000"/>
                          </a:solidFill>
                          <a:effectLst/>
                          <a:latin typeface="Times New Roman" pitchFamily="18" charset="0"/>
                          <a:ea typeface="新細明體" pitchFamily="18" charset="-120"/>
                        </a:rPr>
                        <a:t>內容型</a:t>
                      </a:r>
                    </a:p>
                  </a:txBody>
                  <a:tcPr marL="91434" marR="91434" marT="45718" marB="45718" anchor="ctr" horzOverflow="overflow">
                    <a:lnL>
                      <a:noFill/>
                    </a:lnL>
                    <a:lnR>
                      <a:noFill/>
                    </a:lnR>
                    <a:lnT>
                      <a:noFill/>
                    </a:lnT>
                    <a:lnB w="25400" cap="flat" cmpd="sng" algn="ctr">
                      <a:solidFill>
                        <a:schemeClr val="tx1"/>
                      </a:solidFill>
                      <a:prstDash val="solid"/>
                      <a:round/>
                      <a:headEnd type="none" w="med" len="med"/>
                      <a:tailEnd type="none" w="med" len="med"/>
                    </a:lnB>
                    <a:lnTlToBr>
                      <a:noFill/>
                    </a:lnTlToBr>
                    <a:lnBlToTr>
                      <a:noFill/>
                    </a:lnBlToTr>
                    <a:solidFill>
                      <a:srgbClr val="E7E7E7"/>
                    </a:solidFill>
                  </a:tcPr>
                </a:tc>
                <a:tc>
                  <a:txBody>
                    <a:bodyPr/>
                    <a:lstStyle>
                      <a:lvl1pPr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2pPr>
                      <a:lvl3pPr marL="1143000" indent="-228600" algn="just">
                        <a:lnSpc>
                          <a:spcPct val="120000"/>
                        </a:lnSpc>
                        <a:spcBef>
                          <a:spcPct val="20000"/>
                        </a:spcBef>
                        <a:defRPr kumimoji="1" sz="20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4pPr>
                      <a:lvl5pPr marL="2057400" indent="-228600" algn="just">
                        <a:lnSpc>
                          <a:spcPct val="120000"/>
                        </a:lnSpc>
                        <a:spcBef>
                          <a:spcPct val="20000"/>
                        </a:spcBef>
                        <a:defRPr kumimoji="1" sz="2000">
                          <a:solidFill>
                            <a:schemeClr val="bg2"/>
                          </a:solidFill>
                          <a:latin typeface="Times New Roman" pitchFamily="18" charset="0"/>
                          <a:ea typeface="新細明體" pitchFamily="18" charset="-120"/>
                        </a:defRPr>
                      </a:lvl5pPr>
                      <a:lvl6pPr marL="25146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6pPr>
                      <a:lvl7pPr marL="29718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7pPr>
                      <a:lvl8pPr marL="34290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8pPr>
                      <a:lvl9pPr marL="38862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1" lang="zh-TW" altLang="en-US" sz="1800" b="0" i="0" u="none" strike="noStrike" cap="none" normalizeH="0" baseline="0" smtClean="0">
                          <a:ln>
                            <a:noFill/>
                          </a:ln>
                          <a:solidFill>
                            <a:srgbClr val="000000"/>
                          </a:solidFill>
                          <a:effectLst/>
                          <a:latin typeface="Times New Roman" pitchFamily="18" charset="0"/>
                          <a:ea typeface="新細明體" pitchFamily="18" charset="-120"/>
                        </a:rPr>
                        <a:t>很高</a:t>
                      </a:r>
                    </a:p>
                  </a:txBody>
                  <a:tcPr marL="91434" marR="91434" marT="45718" marB="45718" anchor="ctr" horzOverflow="overflow">
                    <a:lnL>
                      <a:noFill/>
                    </a:lnL>
                    <a:lnR>
                      <a:noFill/>
                    </a:lnR>
                    <a:lnT>
                      <a:noFill/>
                    </a:lnT>
                    <a:lnB w="25400" cap="flat" cmpd="sng" algn="ctr">
                      <a:solidFill>
                        <a:schemeClr val="tx1"/>
                      </a:solidFill>
                      <a:prstDash val="solid"/>
                      <a:round/>
                      <a:headEnd type="none" w="med" len="med"/>
                      <a:tailEnd type="none" w="med" len="med"/>
                    </a:lnB>
                    <a:lnTlToBr>
                      <a:noFill/>
                    </a:lnTlToBr>
                    <a:lnBlToTr>
                      <a:noFill/>
                    </a:lnBlToTr>
                    <a:solidFill>
                      <a:srgbClr val="E7E7E7"/>
                    </a:solidFill>
                  </a:tcPr>
                </a:tc>
                <a:tc>
                  <a:txBody>
                    <a:bodyPr/>
                    <a:lstStyle>
                      <a:lvl1pPr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2pPr>
                      <a:lvl3pPr marL="1143000" indent="-228600" algn="just">
                        <a:lnSpc>
                          <a:spcPct val="120000"/>
                        </a:lnSpc>
                        <a:spcBef>
                          <a:spcPct val="20000"/>
                        </a:spcBef>
                        <a:defRPr kumimoji="1" sz="20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4pPr>
                      <a:lvl5pPr marL="2057400" indent="-228600" algn="just">
                        <a:lnSpc>
                          <a:spcPct val="120000"/>
                        </a:lnSpc>
                        <a:spcBef>
                          <a:spcPct val="20000"/>
                        </a:spcBef>
                        <a:defRPr kumimoji="1" sz="2000">
                          <a:solidFill>
                            <a:schemeClr val="bg2"/>
                          </a:solidFill>
                          <a:latin typeface="Times New Roman" pitchFamily="18" charset="0"/>
                          <a:ea typeface="新細明體" pitchFamily="18" charset="-120"/>
                        </a:defRPr>
                      </a:lvl5pPr>
                      <a:lvl6pPr marL="25146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6pPr>
                      <a:lvl7pPr marL="29718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7pPr>
                      <a:lvl8pPr marL="34290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8pPr>
                      <a:lvl9pPr marL="38862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1" lang="zh-TW" altLang="en-US" sz="1800" b="0" i="0" u="none" strike="noStrike" cap="none" normalizeH="0" baseline="0" smtClean="0">
                          <a:ln>
                            <a:noFill/>
                          </a:ln>
                          <a:solidFill>
                            <a:srgbClr val="000000"/>
                          </a:solidFill>
                          <a:effectLst/>
                          <a:latin typeface="Times New Roman" pitchFamily="18" charset="0"/>
                          <a:ea typeface="新細明體" pitchFamily="18" charset="-120"/>
                        </a:rPr>
                        <a:t>很難</a:t>
                      </a:r>
                    </a:p>
                  </a:txBody>
                  <a:tcPr marL="91434" marR="91434" marT="45718" marB="45718" anchor="ctr" horzOverflow="overflow">
                    <a:lnL>
                      <a:noFill/>
                    </a:lnL>
                    <a:lnR>
                      <a:noFill/>
                    </a:lnR>
                    <a:lnT>
                      <a:noFill/>
                    </a:lnT>
                    <a:lnB w="25400" cap="flat" cmpd="sng" algn="ctr">
                      <a:solidFill>
                        <a:schemeClr val="tx1"/>
                      </a:solidFill>
                      <a:prstDash val="solid"/>
                      <a:round/>
                      <a:headEnd type="none" w="med" len="med"/>
                      <a:tailEnd type="none" w="med" len="med"/>
                    </a:lnB>
                    <a:lnTlToBr>
                      <a:noFill/>
                    </a:lnTlToBr>
                    <a:lnBlToTr>
                      <a:noFill/>
                    </a:lnBlToTr>
                    <a:solidFill>
                      <a:srgbClr val="E7E7E7"/>
                    </a:solidFill>
                  </a:tcPr>
                </a:tc>
                <a:tc>
                  <a:txBody>
                    <a:bodyPr/>
                    <a:lstStyle>
                      <a:lvl1pPr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2pPr>
                      <a:lvl3pPr marL="1143000" indent="-228600" algn="just">
                        <a:lnSpc>
                          <a:spcPct val="120000"/>
                        </a:lnSpc>
                        <a:spcBef>
                          <a:spcPct val="20000"/>
                        </a:spcBef>
                        <a:defRPr kumimoji="1" sz="20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4pPr>
                      <a:lvl5pPr marL="2057400" indent="-228600" algn="just">
                        <a:lnSpc>
                          <a:spcPct val="120000"/>
                        </a:lnSpc>
                        <a:spcBef>
                          <a:spcPct val="20000"/>
                        </a:spcBef>
                        <a:defRPr kumimoji="1" sz="2000">
                          <a:solidFill>
                            <a:schemeClr val="bg2"/>
                          </a:solidFill>
                          <a:latin typeface="Times New Roman" pitchFamily="18" charset="0"/>
                          <a:ea typeface="新細明體" pitchFamily="18" charset="-120"/>
                        </a:defRPr>
                      </a:lvl5pPr>
                      <a:lvl6pPr marL="25146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6pPr>
                      <a:lvl7pPr marL="29718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7pPr>
                      <a:lvl8pPr marL="34290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8pPr>
                      <a:lvl9pPr marL="38862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1" lang="zh-TW" altLang="en-US" sz="1800" b="0" i="0" u="none" strike="noStrike" cap="none" normalizeH="0" baseline="0" smtClean="0">
                          <a:ln>
                            <a:noFill/>
                          </a:ln>
                          <a:solidFill>
                            <a:srgbClr val="000000"/>
                          </a:solidFill>
                          <a:effectLst/>
                          <a:latin typeface="Times New Roman" pitchFamily="18" charset="0"/>
                          <a:ea typeface="新細明體" pitchFamily="18" charset="-120"/>
                        </a:rPr>
                        <a:t>很差</a:t>
                      </a:r>
                    </a:p>
                  </a:txBody>
                  <a:tcPr marL="91434" marR="91434" marT="45718" marB="45718" anchor="ctr" horzOverflow="overflow">
                    <a:lnL>
                      <a:noFill/>
                    </a:lnL>
                    <a:lnR>
                      <a:noFill/>
                    </a:lnR>
                    <a:lnT>
                      <a:noFill/>
                    </a:lnT>
                    <a:lnB w="25400" cap="flat" cmpd="sng" algn="ctr">
                      <a:solidFill>
                        <a:schemeClr val="tx1"/>
                      </a:solidFill>
                      <a:prstDash val="solid"/>
                      <a:round/>
                      <a:headEnd type="none" w="med" len="med"/>
                      <a:tailEnd type="none" w="med" len="med"/>
                    </a:lnB>
                    <a:lnTlToBr>
                      <a:noFill/>
                    </a:lnTlToBr>
                    <a:lnBlToTr>
                      <a:noFill/>
                    </a:lnBlToTr>
                    <a:solidFill>
                      <a:srgbClr val="E7E7E7"/>
                    </a:solidFill>
                  </a:tcPr>
                </a:tc>
                <a:tc>
                  <a:txBody>
                    <a:bodyPr/>
                    <a:lstStyle>
                      <a:lvl1pPr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2pPr>
                      <a:lvl3pPr marL="1143000" indent="-228600" algn="just">
                        <a:lnSpc>
                          <a:spcPct val="120000"/>
                        </a:lnSpc>
                        <a:spcBef>
                          <a:spcPct val="20000"/>
                        </a:spcBef>
                        <a:defRPr kumimoji="1" sz="20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4pPr>
                      <a:lvl5pPr marL="2057400" indent="-228600" algn="just">
                        <a:lnSpc>
                          <a:spcPct val="120000"/>
                        </a:lnSpc>
                        <a:spcBef>
                          <a:spcPct val="20000"/>
                        </a:spcBef>
                        <a:defRPr kumimoji="1" sz="2000">
                          <a:solidFill>
                            <a:schemeClr val="bg2"/>
                          </a:solidFill>
                          <a:latin typeface="Times New Roman" pitchFamily="18" charset="0"/>
                          <a:ea typeface="新細明體" pitchFamily="18" charset="-120"/>
                        </a:defRPr>
                      </a:lvl5pPr>
                      <a:lvl6pPr marL="25146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6pPr>
                      <a:lvl7pPr marL="29718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7pPr>
                      <a:lvl8pPr marL="34290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8pPr>
                      <a:lvl9pPr marL="38862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1" lang="zh-TW" altLang="en-US" sz="1800" b="0" i="0" u="none" strike="noStrike" cap="none" normalizeH="0" baseline="0" smtClean="0">
                          <a:ln>
                            <a:noFill/>
                          </a:ln>
                          <a:solidFill>
                            <a:srgbClr val="000000"/>
                          </a:solidFill>
                          <a:effectLst/>
                          <a:latin typeface="Times New Roman" pitchFamily="18" charset="0"/>
                          <a:ea typeface="新細明體" pitchFamily="18" charset="-120"/>
                        </a:rPr>
                        <a:t>很高</a:t>
                      </a:r>
                    </a:p>
                  </a:txBody>
                  <a:tcPr marL="91434" marR="91434" marT="45718" marB="45718" anchor="ctr" horzOverflow="overflow">
                    <a:lnL>
                      <a:noFill/>
                    </a:lnL>
                    <a:lnR>
                      <a:noFill/>
                    </a:lnR>
                    <a:lnT>
                      <a:noFill/>
                    </a:lnT>
                    <a:lnB w="25400" cap="flat" cmpd="sng" algn="ctr">
                      <a:solidFill>
                        <a:schemeClr val="tx1"/>
                      </a:solidFill>
                      <a:prstDash val="solid"/>
                      <a:round/>
                      <a:headEnd type="none" w="med" len="med"/>
                      <a:tailEnd type="none" w="med" len="med"/>
                    </a:lnB>
                    <a:lnTlToBr>
                      <a:noFill/>
                    </a:lnTlToBr>
                    <a:lnBlToTr>
                      <a:noFill/>
                    </a:lnBlToTr>
                    <a:solidFill>
                      <a:srgbClr val="E7E7E7"/>
                    </a:solidFill>
                  </a:tcPr>
                </a:tc>
              </a:tr>
            </a:tbl>
          </a:graphicData>
        </a:graphic>
      </p:graphicFrame>
      <p:sp>
        <p:nvSpPr>
          <p:cNvPr id="34852" name="Rectangle 41"/>
          <p:cNvSpPr>
            <a:spLocks noGrp="1" noChangeArrowheads="1"/>
          </p:cNvSpPr>
          <p:nvPr>
            <p:ph type="title"/>
          </p:nvPr>
        </p:nvSpPr>
        <p:spPr/>
        <p:txBody>
          <a:bodyPr/>
          <a:lstStyle/>
          <a:p>
            <a:pPr eaLnBrk="1"/>
            <a:r>
              <a:rPr lang="zh-TW" altLang="en-US" smtClean="0"/>
              <a:t>表</a:t>
            </a:r>
            <a:r>
              <a:rPr lang="en-US" altLang="zh-TW" smtClean="0"/>
              <a:t>5-2 </a:t>
            </a:r>
            <a:r>
              <a:rPr lang="zh-TW" altLang="en-US" smtClean="0"/>
              <a:t>耦合力之評比因素與結果</a:t>
            </a:r>
          </a:p>
        </p:txBody>
      </p:sp>
    </p:spTree>
  </p:cSld>
  <p:clrMapOvr>
    <a:masterClrMapping/>
  </p:clrMapOvr>
  <p:transition spd="med">
    <p:random/>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just">
              <a:lnSpc>
                <a:spcPct val="120000"/>
              </a:lnSpc>
              <a:spcBef>
                <a:spcPct val="20000"/>
              </a:spcBef>
              <a:buFont typeface="Wingdings" pitchFamily="2" charset="2"/>
              <a:buChar char="q"/>
              <a:defRPr kumimoji="1" sz="22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buChar char="l"/>
              <a:defRPr kumimoji="1" sz="2200">
                <a:solidFill>
                  <a:schemeClr val="bg2"/>
                </a:solidFill>
                <a:latin typeface="Times New Roman" pitchFamily="18" charset="0"/>
                <a:ea typeface="新細明體" pitchFamily="18" charset="-120"/>
              </a:defRPr>
            </a:lvl2pPr>
            <a:lvl3pPr marL="1143000" indent="-228600" algn="just">
              <a:lnSpc>
                <a:spcPct val="120000"/>
              </a:lnSpc>
              <a:spcBef>
                <a:spcPct val="20000"/>
              </a:spcBef>
              <a:buChar char="–"/>
              <a:defRPr kumimoji="1" sz="22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buChar char="§"/>
              <a:defRPr kumimoji="1" sz="2200">
                <a:solidFill>
                  <a:schemeClr val="bg2"/>
                </a:solidFill>
                <a:latin typeface="Times New Roman" pitchFamily="18" charset="0"/>
                <a:ea typeface="新細明體" pitchFamily="18" charset="-120"/>
              </a:defRPr>
            </a:lvl4pPr>
            <a:lvl5pPr marL="2057400" indent="-228600" algn="just">
              <a:lnSpc>
                <a:spcPct val="120000"/>
              </a:lnSpc>
              <a:spcBef>
                <a:spcPct val="20000"/>
              </a:spcBef>
              <a:buChar char="•"/>
              <a:defRPr kumimoji="1" sz="2200">
                <a:solidFill>
                  <a:schemeClr val="bg2"/>
                </a:solidFill>
                <a:latin typeface="Times New Roman" pitchFamily="18" charset="0"/>
                <a:ea typeface="新細明體" pitchFamily="18" charset="-120"/>
              </a:defRPr>
            </a:lvl5pPr>
            <a:lvl6pPr marL="25146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6pPr>
            <a:lvl7pPr marL="29718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7pPr>
            <a:lvl8pPr marL="34290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8pPr>
            <a:lvl9pPr marL="38862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9pPr>
          </a:lstStyle>
          <a:p>
            <a:pPr eaLnBrk="1" hangingPunct="1">
              <a:spcBef>
                <a:spcPct val="0"/>
              </a:spcBef>
              <a:buFontTx/>
              <a:buNone/>
            </a:pPr>
            <a:endParaRPr lang="zh-TW" altLang="en-US" sz="1800">
              <a:solidFill>
                <a:schemeClr val="tx1"/>
              </a:solidFill>
            </a:endParaRPr>
          </a:p>
        </p:txBody>
      </p:sp>
      <p:sp>
        <p:nvSpPr>
          <p:cNvPr id="38915"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just">
              <a:lnSpc>
                <a:spcPct val="120000"/>
              </a:lnSpc>
              <a:spcBef>
                <a:spcPct val="20000"/>
              </a:spcBef>
              <a:buFont typeface="Wingdings" pitchFamily="2" charset="2"/>
              <a:buChar char="q"/>
              <a:defRPr kumimoji="1" sz="22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buChar char="l"/>
              <a:defRPr kumimoji="1" sz="2200">
                <a:solidFill>
                  <a:schemeClr val="bg2"/>
                </a:solidFill>
                <a:latin typeface="Times New Roman" pitchFamily="18" charset="0"/>
                <a:ea typeface="新細明體" pitchFamily="18" charset="-120"/>
              </a:defRPr>
            </a:lvl2pPr>
            <a:lvl3pPr marL="1143000" indent="-228600" algn="just">
              <a:lnSpc>
                <a:spcPct val="120000"/>
              </a:lnSpc>
              <a:spcBef>
                <a:spcPct val="20000"/>
              </a:spcBef>
              <a:buChar char="–"/>
              <a:defRPr kumimoji="1" sz="22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buChar char="§"/>
              <a:defRPr kumimoji="1" sz="2200">
                <a:solidFill>
                  <a:schemeClr val="bg2"/>
                </a:solidFill>
                <a:latin typeface="Times New Roman" pitchFamily="18" charset="0"/>
                <a:ea typeface="新細明體" pitchFamily="18" charset="-120"/>
              </a:defRPr>
            </a:lvl4pPr>
            <a:lvl5pPr marL="2057400" indent="-228600" algn="just">
              <a:lnSpc>
                <a:spcPct val="120000"/>
              </a:lnSpc>
              <a:spcBef>
                <a:spcPct val="20000"/>
              </a:spcBef>
              <a:buChar char="•"/>
              <a:defRPr kumimoji="1" sz="2200">
                <a:solidFill>
                  <a:schemeClr val="bg2"/>
                </a:solidFill>
                <a:latin typeface="Times New Roman" pitchFamily="18" charset="0"/>
                <a:ea typeface="新細明體" pitchFamily="18" charset="-120"/>
              </a:defRPr>
            </a:lvl5pPr>
            <a:lvl6pPr marL="25146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6pPr>
            <a:lvl7pPr marL="29718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7pPr>
            <a:lvl8pPr marL="34290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8pPr>
            <a:lvl9pPr marL="38862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9pPr>
          </a:lstStyle>
          <a:p>
            <a:pPr eaLnBrk="1" hangingPunct="1">
              <a:spcBef>
                <a:spcPct val="0"/>
              </a:spcBef>
              <a:buFontTx/>
              <a:buNone/>
            </a:pPr>
            <a:endParaRPr lang="zh-TW" altLang="en-US" sz="1800">
              <a:solidFill>
                <a:schemeClr val="tx1"/>
              </a:solidFill>
            </a:endParaRPr>
          </a:p>
        </p:txBody>
      </p:sp>
      <p:sp>
        <p:nvSpPr>
          <p:cNvPr id="38916" name="Rectangle 9"/>
          <p:cNvSpPr>
            <a:spLocks noGrp="1" noChangeArrowheads="1"/>
          </p:cNvSpPr>
          <p:nvPr>
            <p:ph type="title"/>
          </p:nvPr>
        </p:nvSpPr>
        <p:spPr/>
        <p:txBody>
          <a:bodyPr/>
          <a:lstStyle/>
          <a:p>
            <a:pPr eaLnBrk="1"/>
            <a:r>
              <a:rPr lang="zh-TW" altLang="en-US" smtClean="0"/>
              <a:t>表</a:t>
            </a:r>
            <a:r>
              <a:rPr lang="en-US" altLang="zh-TW" smtClean="0"/>
              <a:t>5-3 </a:t>
            </a:r>
            <a:r>
              <a:rPr lang="zh-TW" altLang="en-US" smtClean="0"/>
              <a:t>資料流程圖之表示符號</a:t>
            </a:r>
          </a:p>
        </p:txBody>
      </p:sp>
      <p:pic>
        <p:nvPicPr>
          <p:cNvPr id="38917" name="Picture 11" descr="z-vb157d-t5-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8600" t="14087" r="3624"/>
          <a:stretch>
            <a:fillRect/>
          </a:stretch>
        </p:blipFill>
        <p:spPr>
          <a:xfrm>
            <a:off x="1619250" y="1773238"/>
            <a:ext cx="6480175" cy="42037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random/>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idx="1"/>
          </p:nvPr>
        </p:nvSpPr>
        <p:spPr/>
        <p:txBody>
          <a:bodyPr/>
          <a:lstStyle/>
          <a:p>
            <a:pPr eaLnBrk="1"/>
            <a:endParaRPr lang="zh-TW" altLang="en-US" smtClean="0"/>
          </a:p>
        </p:txBody>
      </p:sp>
      <p:pic>
        <p:nvPicPr>
          <p:cNvPr id="54275"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500" y="2286000"/>
            <a:ext cx="7923213" cy="1381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76" name="Rectangle 8"/>
          <p:cNvSpPr>
            <a:spLocks noGrp="1" noChangeArrowheads="1"/>
          </p:cNvSpPr>
          <p:nvPr>
            <p:ph type="title"/>
          </p:nvPr>
        </p:nvSpPr>
        <p:spPr/>
        <p:txBody>
          <a:bodyPr/>
          <a:lstStyle/>
          <a:p>
            <a:pPr eaLnBrk="1"/>
            <a:r>
              <a:rPr lang="zh-TW" altLang="en-US" smtClean="0"/>
              <a:t>表 </a:t>
            </a:r>
            <a:r>
              <a:rPr lang="en-US" altLang="zh-TW" smtClean="0"/>
              <a:t>5-5 </a:t>
            </a:r>
            <a:r>
              <a:rPr lang="zh-TW" altLang="en-US" smtClean="0"/>
              <a:t>資料流表達範例</a:t>
            </a:r>
          </a:p>
        </p:txBody>
      </p:sp>
    </p:spTree>
  </p:cSld>
  <p:clrMapOvr>
    <a:masterClrMapping/>
  </p:clrMapOvr>
  <p:transition spd="med">
    <p:random/>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12"/>
          <p:cNvSpPr>
            <a:spLocks noGrp="1" noChangeArrowheads="1"/>
          </p:cNvSpPr>
          <p:nvPr>
            <p:ph idx="1"/>
          </p:nvPr>
        </p:nvSpPr>
        <p:spPr/>
        <p:txBody>
          <a:bodyPr/>
          <a:lstStyle/>
          <a:p>
            <a:pPr eaLnBrk="1"/>
            <a:endParaRPr lang="zh-TW" altLang="en-US" smtClean="0"/>
          </a:p>
        </p:txBody>
      </p:sp>
      <p:pic>
        <p:nvPicPr>
          <p:cNvPr id="57347"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1563" y="1857375"/>
            <a:ext cx="7143750" cy="124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48"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1563" y="4000500"/>
            <a:ext cx="715962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向下箭號 7"/>
          <p:cNvSpPr/>
          <p:nvPr/>
        </p:nvSpPr>
        <p:spPr>
          <a:xfrm>
            <a:off x="4643438" y="3214686"/>
            <a:ext cx="500066" cy="642942"/>
          </a:xfrm>
          <a:prstGeom prst="downArrow">
            <a:avLst/>
          </a:prstGeom>
        </p:spPr>
        <p:style>
          <a:lnRef idx="0">
            <a:schemeClr val="accent4"/>
          </a:lnRef>
          <a:fillRef idx="3">
            <a:schemeClr val="accent4"/>
          </a:fillRef>
          <a:effectRef idx="3">
            <a:schemeClr val="accent4"/>
          </a:effectRef>
          <a:fontRef idx="minor">
            <a:schemeClr val="lt1"/>
          </a:fontRef>
        </p:style>
        <p:txBody>
          <a:bodyPr anchor="ctr"/>
          <a:lstStyle/>
          <a:p>
            <a:pPr algn="ctr" eaLnBrk="1" hangingPunct="1">
              <a:defRPr/>
            </a:pPr>
            <a:endParaRPr lang="zh-TW" altLang="en-US"/>
          </a:p>
        </p:txBody>
      </p:sp>
      <p:sp>
        <p:nvSpPr>
          <p:cNvPr id="57352" name="文字方塊 8"/>
          <p:cNvSpPr txBox="1">
            <a:spLocks noChangeArrowheads="1"/>
          </p:cNvSpPr>
          <p:nvPr/>
        </p:nvSpPr>
        <p:spPr bwMode="auto">
          <a:xfrm>
            <a:off x="5143500" y="3314700"/>
            <a:ext cx="565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just">
              <a:lnSpc>
                <a:spcPct val="120000"/>
              </a:lnSpc>
              <a:spcBef>
                <a:spcPct val="20000"/>
              </a:spcBef>
              <a:buFont typeface="Wingdings" pitchFamily="2" charset="2"/>
              <a:buChar char="q"/>
              <a:defRPr kumimoji="1" sz="22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buChar char="l"/>
              <a:defRPr kumimoji="1" sz="2200">
                <a:solidFill>
                  <a:schemeClr val="bg2"/>
                </a:solidFill>
                <a:latin typeface="Times New Roman" pitchFamily="18" charset="0"/>
                <a:ea typeface="新細明體" pitchFamily="18" charset="-120"/>
              </a:defRPr>
            </a:lvl2pPr>
            <a:lvl3pPr marL="1143000" indent="-228600" algn="just">
              <a:lnSpc>
                <a:spcPct val="120000"/>
              </a:lnSpc>
              <a:spcBef>
                <a:spcPct val="20000"/>
              </a:spcBef>
              <a:buChar char="–"/>
              <a:defRPr kumimoji="1" sz="22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buChar char="§"/>
              <a:defRPr kumimoji="1" sz="2200">
                <a:solidFill>
                  <a:schemeClr val="bg2"/>
                </a:solidFill>
                <a:latin typeface="Times New Roman" pitchFamily="18" charset="0"/>
                <a:ea typeface="新細明體" pitchFamily="18" charset="-120"/>
              </a:defRPr>
            </a:lvl4pPr>
            <a:lvl5pPr marL="2057400" indent="-228600" algn="just">
              <a:lnSpc>
                <a:spcPct val="120000"/>
              </a:lnSpc>
              <a:spcBef>
                <a:spcPct val="20000"/>
              </a:spcBef>
              <a:buChar char="•"/>
              <a:defRPr kumimoji="1" sz="2200">
                <a:solidFill>
                  <a:schemeClr val="bg2"/>
                </a:solidFill>
                <a:latin typeface="Times New Roman" pitchFamily="18" charset="0"/>
                <a:ea typeface="新細明體" pitchFamily="18" charset="-120"/>
              </a:defRPr>
            </a:lvl5pPr>
            <a:lvl6pPr marL="25146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6pPr>
            <a:lvl7pPr marL="29718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7pPr>
            <a:lvl8pPr marL="34290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8pPr>
            <a:lvl9pPr marL="38862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9pPr>
          </a:lstStyle>
          <a:p>
            <a:pPr eaLnBrk="1" hangingPunct="1">
              <a:spcBef>
                <a:spcPct val="0"/>
              </a:spcBef>
              <a:buFontTx/>
              <a:buNone/>
            </a:pPr>
            <a:r>
              <a:rPr lang="zh-TW" altLang="en-US" sz="1500">
                <a:solidFill>
                  <a:schemeClr val="tx1"/>
                </a:solidFill>
              </a:rPr>
              <a:t>整合</a:t>
            </a:r>
          </a:p>
        </p:txBody>
      </p:sp>
      <p:sp>
        <p:nvSpPr>
          <p:cNvPr id="57353" name="Rectangle 13"/>
          <p:cNvSpPr>
            <a:spLocks noGrp="1" noChangeArrowheads="1"/>
          </p:cNvSpPr>
          <p:nvPr>
            <p:ph type="title"/>
          </p:nvPr>
        </p:nvSpPr>
        <p:spPr/>
        <p:txBody>
          <a:bodyPr/>
          <a:lstStyle/>
          <a:p>
            <a:pPr eaLnBrk="1"/>
            <a:r>
              <a:rPr lang="zh-TW" altLang="en-US" smtClean="0"/>
              <a:t>表</a:t>
            </a:r>
            <a:r>
              <a:rPr lang="en-US" altLang="zh-TW" smtClean="0"/>
              <a:t>5-6 </a:t>
            </a:r>
            <a:r>
              <a:rPr lang="zh-TW" altLang="en-US" smtClean="0"/>
              <a:t>整合後之資料流表達範例</a:t>
            </a:r>
          </a:p>
        </p:txBody>
      </p:sp>
    </p:spTree>
  </p:cSld>
  <p:clrMapOvr>
    <a:masterClrMapping/>
  </p:clrMapOvr>
  <p:transition spd="med">
    <p:random/>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title"/>
          </p:nvPr>
        </p:nvSpPr>
        <p:spPr/>
        <p:txBody>
          <a:bodyPr/>
          <a:lstStyle/>
          <a:p>
            <a:pPr eaLnBrk="1"/>
            <a:r>
              <a:rPr lang="zh-TW" altLang="en-US" smtClean="0"/>
              <a:t>圖</a:t>
            </a:r>
            <a:r>
              <a:rPr lang="en-US" altLang="zh-TW" smtClean="0"/>
              <a:t>5-16 </a:t>
            </a:r>
            <a:r>
              <a:rPr lang="zh-TW" altLang="en-US" smtClean="0"/>
              <a:t>處理之向上整合</a:t>
            </a:r>
          </a:p>
        </p:txBody>
      </p:sp>
      <p:pic>
        <p:nvPicPr>
          <p:cNvPr id="58371" name="Picture 9" descr="z-vb157d-f5-16"/>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20644" t="9837" r="8112"/>
          <a:stretch>
            <a:fillRect/>
          </a:stretch>
        </p:blipFill>
        <p:spPr>
          <a:xfrm>
            <a:off x="2484438" y="1484313"/>
            <a:ext cx="5327650" cy="489743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random/>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title"/>
          </p:nvPr>
        </p:nvSpPr>
        <p:spPr/>
        <p:txBody>
          <a:bodyPr/>
          <a:lstStyle/>
          <a:p>
            <a:pPr eaLnBrk="1"/>
            <a:r>
              <a:rPr lang="zh-TW" altLang="en-US" smtClean="0"/>
              <a:t>圖</a:t>
            </a:r>
            <a:r>
              <a:rPr lang="en-US" altLang="zh-TW" smtClean="0"/>
              <a:t>5-17 </a:t>
            </a:r>
            <a:r>
              <a:rPr lang="zh-TW" altLang="en-US" smtClean="0"/>
              <a:t>處理之向下分解</a:t>
            </a:r>
          </a:p>
        </p:txBody>
      </p:sp>
      <p:pic>
        <p:nvPicPr>
          <p:cNvPr id="60419" name="Picture 9" descr="z-vb157d-f5-17"/>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33078" t="15285" r="10063"/>
          <a:stretch>
            <a:fillRect/>
          </a:stretch>
        </p:blipFill>
        <p:spPr>
          <a:xfrm>
            <a:off x="2700338" y="1628775"/>
            <a:ext cx="4168775" cy="46085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random/>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39"/>
          <p:cNvSpPr>
            <a:spLocks noGrp="1" noChangeArrowheads="1"/>
          </p:cNvSpPr>
          <p:nvPr>
            <p:ph type="title"/>
          </p:nvPr>
        </p:nvSpPr>
        <p:spPr/>
        <p:txBody>
          <a:bodyPr/>
          <a:lstStyle/>
          <a:p>
            <a:pPr eaLnBrk="1"/>
            <a:r>
              <a:rPr lang="en-US" altLang="zh-TW" smtClean="0"/>
              <a:t>5.3.3 </a:t>
            </a:r>
            <a:r>
              <a:rPr lang="zh-TW" altLang="en-US" smtClean="0"/>
              <a:t>資料流程圖之建構原則</a:t>
            </a:r>
            <a:r>
              <a:rPr lang="en-US" altLang="zh-TW" smtClean="0"/>
              <a:t>(c.3)</a:t>
            </a:r>
            <a:endParaRPr lang="zh-TW" altLang="en-US" smtClean="0"/>
          </a:p>
        </p:txBody>
      </p:sp>
      <p:sp>
        <p:nvSpPr>
          <p:cNvPr id="63491" name="Rectangle 37"/>
          <p:cNvSpPr>
            <a:spLocks noGrp="1" noChangeArrowheads="1"/>
          </p:cNvSpPr>
          <p:nvPr>
            <p:ph type="body" idx="1"/>
          </p:nvPr>
        </p:nvSpPr>
        <p:spPr/>
        <p:txBody>
          <a:bodyPr/>
          <a:lstStyle/>
          <a:p>
            <a:pPr eaLnBrk="1"/>
            <a:r>
              <a:rPr lang="zh-TW" altLang="en-US" smtClean="0"/>
              <a:t>除了上述原則外，另有一些資料流程圖製作準則 </a:t>
            </a:r>
            <a:r>
              <a:rPr lang="en-US" altLang="zh-TW" smtClean="0"/>
              <a:t>(Celko, 1987)</a:t>
            </a:r>
            <a:r>
              <a:rPr lang="zh-TW" altLang="en-US" smtClean="0"/>
              <a:t>：</a:t>
            </a:r>
          </a:p>
          <a:p>
            <a:pPr lvl="1" eaLnBrk="1"/>
            <a:r>
              <a:rPr lang="zh-TW" altLang="en-US" smtClean="0"/>
              <a:t>處理</a:t>
            </a:r>
          </a:p>
          <a:p>
            <a:pPr lvl="2" eaLnBrk="1"/>
            <a:r>
              <a:rPr lang="en-US" altLang="zh-TW" smtClean="0"/>
              <a:t>(1)</a:t>
            </a:r>
            <a:r>
              <a:rPr lang="zh-TW" altLang="en-US" smtClean="0"/>
              <a:t>不可以僅有輸出而無輸入。</a:t>
            </a:r>
          </a:p>
          <a:p>
            <a:pPr lvl="2" eaLnBrk="1"/>
            <a:endParaRPr lang="zh-TW" altLang="en-US" smtClean="0"/>
          </a:p>
          <a:p>
            <a:pPr lvl="2" eaLnBrk="1"/>
            <a:endParaRPr lang="zh-TW" altLang="en-US" smtClean="0"/>
          </a:p>
          <a:p>
            <a:pPr lvl="2" eaLnBrk="1"/>
            <a:endParaRPr lang="en-US" altLang="zh-TW" smtClean="0"/>
          </a:p>
          <a:p>
            <a:pPr lvl="2" eaLnBrk="1"/>
            <a:r>
              <a:rPr lang="en-US" altLang="zh-TW" smtClean="0"/>
              <a:t>(2) </a:t>
            </a:r>
            <a:r>
              <a:rPr lang="zh-TW" altLang="en-US" smtClean="0"/>
              <a:t>不可以僅有輸入而無輸出。 </a:t>
            </a:r>
          </a:p>
          <a:p>
            <a:pPr lvl="2" eaLnBrk="1"/>
            <a:endParaRPr lang="en-US" altLang="zh-TW" smtClean="0"/>
          </a:p>
        </p:txBody>
      </p:sp>
      <p:pic>
        <p:nvPicPr>
          <p:cNvPr id="63492" name="Picture 40" descr="z-vb157d-05-p159-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9613" y="5300663"/>
            <a:ext cx="5113337" cy="1087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493" name="Picture 42" descr="z-vb157d-05-p159-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4075" y="3313113"/>
            <a:ext cx="5111750" cy="108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random/>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52"/>
          <p:cNvSpPr>
            <a:spLocks noGrp="1" noChangeArrowheads="1"/>
          </p:cNvSpPr>
          <p:nvPr>
            <p:ph type="title"/>
          </p:nvPr>
        </p:nvSpPr>
        <p:spPr/>
        <p:txBody>
          <a:bodyPr/>
          <a:lstStyle/>
          <a:p>
            <a:pPr eaLnBrk="1"/>
            <a:r>
              <a:rPr lang="en-US" altLang="zh-TW" smtClean="0"/>
              <a:t>5.3.3 </a:t>
            </a:r>
            <a:r>
              <a:rPr lang="zh-TW" altLang="en-US" smtClean="0"/>
              <a:t>資料流程圖之建構原則</a:t>
            </a:r>
            <a:r>
              <a:rPr lang="en-US" altLang="zh-TW" smtClean="0"/>
              <a:t>(c.4)</a:t>
            </a:r>
            <a:endParaRPr lang="zh-TW" altLang="en-US" smtClean="0"/>
          </a:p>
        </p:txBody>
      </p:sp>
      <p:sp>
        <p:nvSpPr>
          <p:cNvPr id="64515" name="Rectangle 53"/>
          <p:cNvSpPr>
            <a:spLocks noGrp="1" noChangeArrowheads="1"/>
          </p:cNvSpPr>
          <p:nvPr>
            <p:ph type="body" idx="1"/>
          </p:nvPr>
        </p:nvSpPr>
        <p:spPr/>
        <p:txBody>
          <a:bodyPr/>
          <a:lstStyle/>
          <a:p>
            <a:pPr eaLnBrk="1"/>
            <a:r>
              <a:rPr lang="zh-TW" altLang="en-US" smtClean="0"/>
              <a:t>資料儲存與外部實體</a:t>
            </a:r>
          </a:p>
          <a:p>
            <a:pPr lvl="1" eaLnBrk="1"/>
            <a:r>
              <a:rPr lang="en-US" altLang="zh-TW" smtClean="0"/>
              <a:t>(1)</a:t>
            </a:r>
            <a:r>
              <a:rPr lang="zh-TW" altLang="en-US" smtClean="0"/>
              <a:t> 資料不可直接由一資料儲存移到另一資料儲存，必須由處理移動。</a:t>
            </a:r>
          </a:p>
          <a:p>
            <a:pPr lvl="1" eaLnBrk="1"/>
            <a:endParaRPr lang="zh-TW" altLang="en-US" smtClean="0"/>
          </a:p>
          <a:p>
            <a:pPr lvl="1" eaLnBrk="1"/>
            <a:endParaRPr lang="zh-TW" altLang="en-US" smtClean="0"/>
          </a:p>
          <a:p>
            <a:pPr lvl="1" eaLnBrk="1"/>
            <a:endParaRPr lang="en-US" altLang="zh-TW" smtClean="0"/>
          </a:p>
          <a:p>
            <a:pPr lvl="1" algn="l" eaLnBrk="1"/>
            <a:r>
              <a:rPr lang="en-US" altLang="zh-TW" smtClean="0"/>
              <a:t>(2) </a:t>
            </a:r>
            <a:r>
              <a:rPr lang="zh-TW" altLang="en-US" smtClean="0"/>
              <a:t>資料不可直接由外部實體移至一資料儲存，必須透過處理再至資料儲存。</a:t>
            </a:r>
            <a:br>
              <a:rPr lang="zh-TW" altLang="en-US" smtClean="0"/>
            </a:br>
            <a:r>
              <a:rPr lang="zh-TW" altLang="en-US" smtClean="0"/>
              <a:t>	</a:t>
            </a:r>
          </a:p>
        </p:txBody>
      </p:sp>
      <p:pic>
        <p:nvPicPr>
          <p:cNvPr id="64516" name="Picture 54" descr="z-vb157d-05-p159-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19250" y="2852738"/>
            <a:ext cx="5761038" cy="123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517" name="Picture 55" descr="z-vb157d-05-p16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92275" y="5229225"/>
            <a:ext cx="6121400" cy="101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random/>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40"/>
          <p:cNvSpPr>
            <a:spLocks noGrp="1" noChangeArrowheads="1"/>
          </p:cNvSpPr>
          <p:nvPr>
            <p:ph type="body" idx="1"/>
          </p:nvPr>
        </p:nvSpPr>
        <p:spPr/>
        <p:txBody>
          <a:bodyPr/>
          <a:lstStyle/>
          <a:p>
            <a:pPr lvl="1" eaLnBrk="1"/>
            <a:r>
              <a:rPr lang="en-US" altLang="zh-TW" smtClean="0"/>
              <a:t>(3) </a:t>
            </a:r>
            <a:r>
              <a:rPr lang="zh-TW" altLang="en-US" smtClean="0"/>
              <a:t>資料不可直接由資料儲存移至外部實體，必須透過處理再至外部實體。</a:t>
            </a:r>
          </a:p>
          <a:p>
            <a:pPr lvl="1" eaLnBrk="1"/>
            <a:endParaRPr lang="zh-TW" altLang="en-US" smtClean="0"/>
          </a:p>
          <a:p>
            <a:pPr lvl="1" eaLnBrk="1"/>
            <a:endParaRPr lang="zh-TW" altLang="en-US" smtClean="0"/>
          </a:p>
          <a:p>
            <a:pPr lvl="1" eaLnBrk="1"/>
            <a:endParaRPr lang="zh-TW" altLang="en-US" smtClean="0"/>
          </a:p>
          <a:p>
            <a:pPr lvl="1" eaLnBrk="1"/>
            <a:r>
              <a:rPr lang="en-US" altLang="zh-TW" smtClean="0"/>
              <a:t>(4) </a:t>
            </a:r>
            <a:r>
              <a:rPr lang="zh-TW" altLang="en-US" smtClean="0"/>
              <a:t>資料不可直接由外部實體移至外部實體，必須透過處理。 </a:t>
            </a:r>
          </a:p>
          <a:p>
            <a:pPr lvl="1" eaLnBrk="1"/>
            <a:endParaRPr lang="zh-TW" altLang="en-US" smtClean="0"/>
          </a:p>
          <a:p>
            <a:pPr eaLnBrk="1"/>
            <a:endParaRPr lang="en-US" altLang="zh-TW" smtClean="0"/>
          </a:p>
        </p:txBody>
      </p:sp>
      <p:sp>
        <p:nvSpPr>
          <p:cNvPr id="65539" name="Rectangle 41"/>
          <p:cNvSpPr>
            <a:spLocks noGrp="1" noChangeArrowheads="1"/>
          </p:cNvSpPr>
          <p:nvPr>
            <p:ph type="title"/>
          </p:nvPr>
        </p:nvSpPr>
        <p:spPr/>
        <p:txBody>
          <a:bodyPr/>
          <a:lstStyle/>
          <a:p>
            <a:pPr eaLnBrk="1"/>
            <a:r>
              <a:rPr lang="en-US" altLang="zh-TW" smtClean="0"/>
              <a:t>5.3.3 </a:t>
            </a:r>
            <a:r>
              <a:rPr lang="zh-TW" altLang="en-US" smtClean="0"/>
              <a:t>資料流程圖之建構原則</a:t>
            </a:r>
            <a:r>
              <a:rPr lang="en-US" altLang="zh-TW" smtClean="0"/>
              <a:t>(c.5)</a:t>
            </a:r>
            <a:endParaRPr lang="zh-TW" altLang="en-US" smtClean="0"/>
          </a:p>
        </p:txBody>
      </p:sp>
      <p:pic>
        <p:nvPicPr>
          <p:cNvPr id="65540" name="Picture 42" descr="z-vb157d-05-p160-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9250" y="2420938"/>
            <a:ext cx="6769100" cy="1096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5541" name="Picture 43" descr="z-vb157d-05-p160-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6375" y="4868863"/>
            <a:ext cx="7199313"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random/>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6"/>
          <p:cNvSpPr>
            <a:spLocks noGrp="1" noChangeArrowheads="1"/>
          </p:cNvSpPr>
          <p:nvPr>
            <p:ph type="body" idx="1"/>
          </p:nvPr>
        </p:nvSpPr>
        <p:spPr/>
        <p:txBody>
          <a:bodyPr/>
          <a:lstStyle/>
          <a:p>
            <a:pPr eaLnBrk="1"/>
            <a:r>
              <a:rPr lang="zh-TW" altLang="en-US" smtClean="0"/>
              <a:t>資料流</a:t>
            </a:r>
          </a:p>
          <a:p>
            <a:pPr lvl="1" eaLnBrk="1"/>
            <a:r>
              <a:rPr lang="en-US" altLang="zh-TW" smtClean="0"/>
              <a:t>(1) </a:t>
            </a:r>
            <a:r>
              <a:rPr lang="zh-TW" altLang="en-US" smtClean="0"/>
              <a:t>資料流僅以單方向之箭頭符號表示。資料可能在處理與資料儲存間流動，例如先讀取再更新資料，此兩者應以分開之兩箭頭表示，因為兩個事件發生之時間不同且資料亦不同。</a:t>
            </a:r>
          </a:p>
        </p:txBody>
      </p:sp>
      <p:sp>
        <p:nvSpPr>
          <p:cNvPr id="66563" name="Rectangle 27"/>
          <p:cNvSpPr>
            <a:spLocks noGrp="1" noChangeArrowheads="1"/>
          </p:cNvSpPr>
          <p:nvPr>
            <p:ph type="title"/>
          </p:nvPr>
        </p:nvSpPr>
        <p:spPr/>
        <p:txBody>
          <a:bodyPr/>
          <a:lstStyle/>
          <a:p>
            <a:pPr eaLnBrk="1"/>
            <a:r>
              <a:rPr lang="en-US" altLang="zh-TW" smtClean="0"/>
              <a:t>5.3.3 </a:t>
            </a:r>
            <a:r>
              <a:rPr lang="zh-TW" altLang="en-US" smtClean="0"/>
              <a:t>資料流程圖之建構原則</a:t>
            </a:r>
            <a:r>
              <a:rPr lang="en-US" altLang="zh-TW" smtClean="0"/>
              <a:t>(c.6)</a:t>
            </a:r>
            <a:endParaRPr lang="zh-TW" altLang="en-US" smtClean="0"/>
          </a:p>
        </p:txBody>
      </p:sp>
      <p:pic>
        <p:nvPicPr>
          <p:cNvPr id="66564" name="Picture 28" descr="z-vb157d-05-p160-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6375" y="3716338"/>
            <a:ext cx="6840538" cy="136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random/>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54"/>
          <p:cNvSpPr>
            <a:spLocks noGrp="1" noChangeArrowheads="1"/>
          </p:cNvSpPr>
          <p:nvPr>
            <p:ph type="body" idx="1"/>
          </p:nvPr>
        </p:nvSpPr>
        <p:spPr/>
        <p:txBody>
          <a:bodyPr/>
          <a:lstStyle/>
          <a:p>
            <a:pPr lvl="1" eaLnBrk="1"/>
            <a:r>
              <a:rPr lang="en-US" altLang="zh-TW" smtClean="0"/>
              <a:t>(2) </a:t>
            </a:r>
            <a:r>
              <a:rPr lang="zh-TW" altLang="en-US" smtClean="0"/>
              <a:t>資料流之分叉表示完全相同之資料從同一地點流出，並流入不同的地方。</a:t>
            </a:r>
          </a:p>
          <a:p>
            <a:pPr eaLnBrk="1"/>
            <a:endParaRPr lang="zh-TW" altLang="en-US" smtClean="0"/>
          </a:p>
          <a:p>
            <a:pPr eaLnBrk="1"/>
            <a:endParaRPr lang="zh-TW" altLang="en-US" smtClean="0"/>
          </a:p>
          <a:p>
            <a:pPr lvl="1" eaLnBrk="1"/>
            <a:endParaRPr lang="zh-TW" altLang="en-US" smtClean="0"/>
          </a:p>
          <a:p>
            <a:pPr lvl="1" eaLnBrk="1"/>
            <a:r>
              <a:rPr lang="en-US" altLang="zh-TW" smtClean="0"/>
              <a:t>(3) </a:t>
            </a:r>
            <a:r>
              <a:rPr lang="zh-TW" altLang="en-US" smtClean="0"/>
              <a:t>資料流之匯合表示完全相同之資料從不同的地方流出，並流入相同的地方。 </a:t>
            </a:r>
          </a:p>
          <a:p>
            <a:pPr eaLnBrk="1"/>
            <a:endParaRPr lang="zh-TW" altLang="en-US" smtClean="0"/>
          </a:p>
          <a:p>
            <a:pPr eaLnBrk="1"/>
            <a:endParaRPr lang="en-US" altLang="zh-TW" smtClean="0"/>
          </a:p>
        </p:txBody>
      </p:sp>
      <p:sp>
        <p:nvSpPr>
          <p:cNvPr id="67587" name="Rectangle 55"/>
          <p:cNvSpPr>
            <a:spLocks noGrp="1" noChangeArrowheads="1"/>
          </p:cNvSpPr>
          <p:nvPr>
            <p:ph type="title"/>
          </p:nvPr>
        </p:nvSpPr>
        <p:spPr/>
        <p:txBody>
          <a:bodyPr/>
          <a:lstStyle/>
          <a:p>
            <a:pPr eaLnBrk="1"/>
            <a:r>
              <a:rPr lang="en-US" altLang="zh-TW" smtClean="0"/>
              <a:t>5.3.3 </a:t>
            </a:r>
            <a:r>
              <a:rPr lang="zh-TW" altLang="en-US" smtClean="0"/>
              <a:t>資料流程圖之建構原則</a:t>
            </a:r>
            <a:r>
              <a:rPr lang="en-US" altLang="zh-TW" smtClean="0"/>
              <a:t>(c.7)</a:t>
            </a:r>
            <a:endParaRPr lang="zh-TW" altLang="en-US" smtClean="0"/>
          </a:p>
        </p:txBody>
      </p:sp>
      <p:pic>
        <p:nvPicPr>
          <p:cNvPr id="67588" name="Picture 56" descr="z-vb157d-05-p161-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39975" y="2276475"/>
            <a:ext cx="5832475" cy="149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589" name="Picture 57" descr="z-vb157d-05-p161-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11413" y="4652963"/>
            <a:ext cx="5329237" cy="1655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random/>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33"/>
          <p:cNvSpPr>
            <a:spLocks noGrp="1" noChangeArrowheads="1"/>
          </p:cNvSpPr>
          <p:nvPr>
            <p:ph type="body" idx="1"/>
          </p:nvPr>
        </p:nvSpPr>
        <p:spPr/>
        <p:txBody>
          <a:bodyPr/>
          <a:lstStyle/>
          <a:p>
            <a:pPr lvl="1" eaLnBrk="1"/>
            <a:r>
              <a:rPr lang="en-US" altLang="zh-TW" smtClean="0"/>
              <a:t>(4)</a:t>
            </a:r>
            <a:r>
              <a:rPr lang="zh-TW" altLang="en-US" smtClean="0"/>
              <a:t>資料流不可由一處理流出再直接流入該處理。 </a:t>
            </a:r>
          </a:p>
          <a:p>
            <a:pPr lvl="1" eaLnBrk="1"/>
            <a:endParaRPr lang="zh-TW" altLang="en-US" smtClean="0"/>
          </a:p>
          <a:p>
            <a:pPr lvl="1" eaLnBrk="1"/>
            <a:endParaRPr lang="zh-TW" altLang="en-US" smtClean="0"/>
          </a:p>
          <a:p>
            <a:pPr lvl="1" eaLnBrk="1"/>
            <a:endParaRPr lang="zh-TW" altLang="en-US" smtClean="0"/>
          </a:p>
          <a:p>
            <a:pPr lvl="1" eaLnBrk="1"/>
            <a:endParaRPr lang="zh-TW" altLang="en-US" smtClean="0"/>
          </a:p>
          <a:p>
            <a:pPr lvl="1" eaLnBrk="1"/>
            <a:endParaRPr lang="en-US" altLang="zh-TW" smtClean="0"/>
          </a:p>
          <a:p>
            <a:pPr lvl="1" eaLnBrk="1"/>
            <a:r>
              <a:rPr lang="en-US" altLang="zh-TW" smtClean="0"/>
              <a:t>(5) </a:t>
            </a:r>
            <a:r>
              <a:rPr lang="zh-TW" altLang="en-US" smtClean="0"/>
              <a:t>一資料流至一資料儲存意謂著資料之更新，例如資料之刪除或修改。資料從資料儲存流出意謂著讀取或使用。</a:t>
            </a:r>
          </a:p>
          <a:p>
            <a:pPr lvl="1" eaLnBrk="1"/>
            <a:r>
              <a:rPr lang="en-US" altLang="zh-TW" smtClean="0"/>
              <a:t>(6) </a:t>
            </a:r>
            <a:r>
              <a:rPr lang="zh-TW" altLang="en-US" smtClean="0"/>
              <a:t>兩個或兩個以上之資料流可出現在單一箭頭上，只要這些資料流結合成一包裝</a:t>
            </a:r>
            <a:r>
              <a:rPr lang="en-US" altLang="zh-TW" smtClean="0"/>
              <a:t>(Package)</a:t>
            </a:r>
            <a:r>
              <a:rPr lang="zh-TW" altLang="en-US" smtClean="0"/>
              <a:t>並一起移動。</a:t>
            </a:r>
          </a:p>
        </p:txBody>
      </p:sp>
      <p:sp>
        <p:nvSpPr>
          <p:cNvPr id="68611" name="Rectangle 34"/>
          <p:cNvSpPr>
            <a:spLocks noGrp="1" noChangeArrowheads="1"/>
          </p:cNvSpPr>
          <p:nvPr>
            <p:ph type="title"/>
          </p:nvPr>
        </p:nvSpPr>
        <p:spPr/>
        <p:txBody>
          <a:bodyPr/>
          <a:lstStyle/>
          <a:p>
            <a:pPr eaLnBrk="1"/>
            <a:r>
              <a:rPr lang="en-US" altLang="zh-TW" smtClean="0"/>
              <a:t>5.3.3 </a:t>
            </a:r>
            <a:r>
              <a:rPr lang="zh-TW" altLang="en-US" smtClean="0"/>
              <a:t>資料流程圖之建構原則</a:t>
            </a:r>
            <a:r>
              <a:rPr lang="en-US" altLang="zh-TW" smtClean="0"/>
              <a:t>(c.8)</a:t>
            </a:r>
            <a:endParaRPr lang="zh-TW" altLang="en-US" smtClean="0"/>
          </a:p>
        </p:txBody>
      </p:sp>
      <p:pic>
        <p:nvPicPr>
          <p:cNvPr id="68612" name="Picture 35" descr="z-vb157d-05-p161-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95513" y="2205038"/>
            <a:ext cx="5227637" cy="182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random/>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9"/>
          <p:cNvSpPr>
            <a:spLocks noGrp="1" noChangeArrowheads="1"/>
          </p:cNvSpPr>
          <p:nvPr>
            <p:ph type="body" idx="1"/>
          </p:nvPr>
        </p:nvSpPr>
        <p:spPr/>
        <p:txBody>
          <a:bodyPr/>
          <a:lstStyle/>
          <a:p>
            <a:pPr lvl="1" eaLnBrk="1"/>
            <a:r>
              <a:rPr lang="en-US" altLang="zh-TW" smtClean="0"/>
              <a:t>(10) </a:t>
            </a:r>
            <a:r>
              <a:rPr lang="zh-TW" altLang="en-US" smtClean="0"/>
              <a:t>為避免資料流交叉，資料流程圖中之資料儲存或外部實體可重複。重複之資料儲存可用雙重直線表示；重複之外部實體在其一角可用斜線表示。</a:t>
            </a:r>
          </a:p>
        </p:txBody>
      </p:sp>
      <p:sp>
        <p:nvSpPr>
          <p:cNvPr id="70659" name="Rectangle 10"/>
          <p:cNvSpPr>
            <a:spLocks noGrp="1" noChangeArrowheads="1"/>
          </p:cNvSpPr>
          <p:nvPr>
            <p:ph type="title"/>
          </p:nvPr>
        </p:nvSpPr>
        <p:spPr/>
        <p:txBody>
          <a:bodyPr/>
          <a:lstStyle/>
          <a:p>
            <a:pPr eaLnBrk="1"/>
            <a:r>
              <a:rPr lang="en-US" altLang="zh-TW" smtClean="0"/>
              <a:t>5.3.3 </a:t>
            </a:r>
            <a:r>
              <a:rPr lang="zh-TW" altLang="en-US" smtClean="0"/>
              <a:t>資料流程圖之建構原則</a:t>
            </a:r>
            <a:r>
              <a:rPr lang="en-US" altLang="zh-TW" smtClean="0"/>
              <a:t>(c.10)</a:t>
            </a:r>
            <a:endParaRPr lang="zh-TW" altLang="en-US" smtClean="0"/>
          </a:p>
        </p:txBody>
      </p:sp>
      <p:pic>
        <p:nvPicPr>
          <p:cNvPr id="70660" name="Picture 11" descr="z-vb157d-f5-18"/>
          <p:cNvPicPr>
            <a:picLocks noChangeAspect="1" noChangeArrowheads="1"/>
          </p:cNvPicPr>
          <p:nvPr/>
        </p:nvPicPr>
        <p:blipFill>
          <a:blip r:embed="rId2">
            <a:extLst>
              <a:ext uri="{28A0092B-C50C-407E-A947-70E740481C1C}">
                <a14:useLocalDpi xmlns:a14="http://schemas.microsoft.com/office/drawing/2010/main" val="0"/>
              </a:ext>
            </a:extLst>
          </a:blip>
          <a:srcRect l="21556" t="32458" r="4424" b="10301"/>
          <a:stretch>
            <a:fillRect/>
          </a:stretch>
        </p:blipFill>
        <p:spPr bwMode="auto">
          <a:xfrm>
            <a:off x="1763713" y="2997200"/>
            <a:ext cx="6192837" cy="154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random/>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8"/>
          <p:cNvSpPr>
            <a:spLocks noGrp="1" noChangeArrowheads="1"/>
          </p:cNvSpPr>
          <p:nvPr>
            <p:ph type="title"/>
          </p:nvPr>
        </p:nvSpPr>
        <p:spPr/>
        <p:txBody>
          <a:bodyPr/>
          <a:lstStyle/>
          <a:p>
            <a:pPr eaLnBrk="1"/>
            <a:r>
              <a:rPr lang="zh-TW" altLang="en-US" smtClean="0"/>
              <a:t>表</a:t>
            </a:r>
            <a:r>
              <a:rPr lang="en-US" altLang="zh-TW" smtClean="0"/>
              <a:t>5-7a </a:t>
            </a:r>
            <a:r>
              <a:rPr lang="zh-TW" altLang="en-US" smtClean="0"/>
              <a:t>不好的</a:t>
            </a:r>
            <a:r>
              <a:rPr lang="en-US" altLang="zh-TW" smtClean="0"/>
              <a:t>PDL</a:t>
            </a:r>
            <a:r>
              <a:rPr lang="zh-TW" altLang="en-US" smtClean="0"/>
              <a:t>描述範例</a:t>
            </a:r>
          </a:p>
        </p:txBody>
      </p:sp>
      <p:pic>
        <p:nvPicPr>
          <p:cNvPr id="82947" name="Picture 9" descr="z-vb157d-t5-7a"/>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6195" t="27313" r="3015" b="4439"/>
          <a:stretch>
            <a:fillRect/>
          </a:stretch>
        </p:blipFill>
        <p:spPr>
          <a:xfrm>
            <a:off x="1258888" y="1916113"/>
            <a:ext cx="7343775" cy="30956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random/>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title"/>
          </p:nvPr>
        </p:nvSpPr>
        <p:spPr/>
        <p:txBody>
          <a:bodyPr/>
          <a:lstStyle/>
          <a:p>
            <a:pPr eaLnBrk="1"/>
            <a:r>
              <a:rPr lang="zh-TW" altLang="en-US" smtClean="0"/>
              <a:t>表</a:t>
            </a:r>
            <a:r>
              <a:rPr lang="en-US" altLang="zh-TW" smtClean="0"/>
              <a:t>5-7b </a:t>
            </a:r>
            <a:r>
              <a:rPr lang="zh-TW" altLang="en-US" smtClean="0"/>
              <a:t>修改後的</a:t>
            </a:r>
            <a:r>
              <a:rPr lang="en-US" altLang="zh-TW" smtClean="0"/>
              <a:t>PDL</a:t>
            </a:r>
            <a:r>
              <a:rPr lang="zh-TW" altLang="en-US" smtClean="0"/>
              <a:t>描述範例</a:t>
            </a:r>
          </a:p>
        </p:txBody>
      </p:sp>
      <p:pic>
        <p:nvPicPr>
          <p:cNvPr id="83971" name="Picture 9" descr="z-vb157d-t5-7b"/>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3635" t="17542" r="1602" b="5574"/>
          <a:stretch>
            <a:fillRect/>
          </a:stretch>
        </p:blipFill>
        <p:spPr>
          <a:xfrm>
            <a:off x="1116013" y="1916113"/>
            <a:ext cx="6948487" cy="33845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random/>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11"/>
          <p:cNvSpPr>
            <a:spLocks noGrp="1" noChangeArrowheads="1"/>
          </p:cNvSpPr>
          <p:nvPr>
            <p:ph type="title"/>
          </p:nvPr>
        </p:nvSpPr>
        <p:spPr/>
        <p:txBody>
          <a:bodyPr/>
          <a:lstStyle/>
          <a:p>
            <a:pPr eaLnBrk="1"/>
            <a:r>
              <a:rPr lang="zh-TW" altLang="en-US" smtClean="0"/>
              <a:t>表</a:t>
            </a:r>
            <a:r>
              <a:rPr lang="en-US" altLang="zh-TW" smtClean="0"/>
              <a:t>5-8a PDL</a:t>
            </a:r>
            <a:r>
              <a:rPr lang="zh-TW" altLang="en-US" smtClean="0"/>
              <a:t>描述範例</a:t>
            </a:r>
          </a:p>
        </p:txBody>
      </p:sp>
      <p:pic>
        <p:nvPicPr>
          <p:cNvPr id="86019" name="Picture 14" descr="z-vb157d-t5-8a"/>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4163" t="16447" b="4887"/>
          <a:stretch>
            <a:fillRect/>
          </a:stretch>
        </p:blipFill>
        <p:spPr>
          <a:xfrm>
            <a:off x="1331913" y="1844675"/>
            <a:ext cx="7127875" cy="36718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random/>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title"/>
          </p:nvPr>
        </p:nvSpPr>
        <p:spPr/>
        <p:txBody>
          <a:bodyPr/>
          <a:lstStyle/>
          <a:p>
            <a:pPr eaLnBrk="1"/>
            <a:r>
              <a:rPr lang="zh-TW" altLang="en-US" smtClean="0"/>
              <a:t>表</a:t>
            </a:r>
            <a:r>
              <a:rPr lang="en-US" altLang="zh-TW" smtClean="0"/>
              <a:t>5-8b PDL</a:t>
            </a:r>
            <a:r>
              <a:rPr lang="zh-TW" altLang="en-US" smtClean="0"/>
              <a:t>描述與程式範例</a:t>
            </a:r>
          </a:p>
        </p:txBody>
      </p:sp>
      <p:pic>
        <p:nvPicPr>
          <p:cNvPr id="87043" name="Picture 9" descr="z-vb157d-t5-8b"/>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l="3661" t="11340" r="1631" b="2679"/>
          <a:stretch>
            <a:fillRect/>
          </a:stretch>
        </p:blipFill>
        <p:spPr>
          <a:xfrm>
            <a:off x="1908175" y="1557338"/>
            <a:ext cx="5976938" cy="47482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random/>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9"/>
          <p:cNvSpPr>
            <a:spLocks noGrp="1" noChangeArrowheads="1"/>
          </p:cNvSpPr>
          <p:nvPr>
            <p:ph type="title"/>
          </p:nvPr>
        </p:nvSpPr>
        <p:spPr/>
        <p:txBody>
          <a:bodyPr/>
          <a:lstStyle/>
          <a:p>
            <a:pPr eaLnBrk="1"/>
            <a:r>
              <a:rPr lang="en-US" altLang="zh-TW" smtClean="0"/>
              <a:t>5.5.2 </a:t>
            </a:r>
            <a:r>
              <a:rPr lang="zh-TW" altLang="en-US" smtClean="0"/>
              <a:t>結構圖與</a:t>
            </a:r>
            <a:r>
              <a:rPr lang="en-US" altLang="zh-TW" smtClean="0"/>
              <a:t>HIPO</a:t>
            </a:r>
            <a:r>
              <a:rPr lang="zh-TW" altLang="en-US" smtClean="0"/>
              <a:t>圖</a:t>
            </a:r>
            <a:r>
              <a:rPr lang="en-US" altLang="zh-TW" smtClean="0"/>
              <a:t>(c.3)</a:t>
            </a:r>
            <a:endParaRPr lang="zh-TW" altLang="en-US" smtClean="0"/>
          </a:p>
        </p:txBody>
      </p:sp>
      <p:sp>
        <p:nvSpPr>
          <p:cNvPr id="90115" name="Rectangle 10"/>
          <p:cNvSpPr>
            <a:spLocks noGrp="1" noChangeArrowheads="1"/>
          </p:cNvSpPr>
          <p:nvPr>
            <p:ph type="body" idx="1"/>
          </p:nvPr>
        </p:nvSpPr>
        <p:spPr/>
        <p:txBody>
          <a:bodyPr/>
          <a:lstStyle/>
          <a:p>
            <a:pPr eaLnBrk="1"/>
            <a:r>
              <a:rPr lang="zh-TW" altLang="en-US" smtClean="0"/>
              <a:t>結構圖之元件：</a:t>
            </a:r>
            <a:endParaRPr lang="en-US" altLang="zh-TW" smtClean="0"/>
          </a:p>
        </p:txBody>
      </p:sp>
      <p:pic>
        <p:nvPicPr>
          <p:cNvPr id="90116" name="圖片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814513" y="2776538"/>
            <a:ext cx="5667375"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random/>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ChangeArrowheads="1"/>
          </p:cNvSpPr>
          <p:nvPr/>
        </p:nvSpPr>
        <p:spPr bwMode="auto">
          <a:xfrm>
            <a:off x="0" y="-211138"/>
            <a:ext cx="184150" cy="422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just">
              <a:lnSpc>
                <a:spcPct val="120000"/>
              </a:lnSpc>
              <a:spcBef>
                <a:spcPct val="20000"/>
              </a:spcBef>
              <a:buFont typeface="Wingdings" pitchFamily="2" charset="2"/>
              <a:buChar char="q"/>
              <a:defRPr kumimoji="1" sz="22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buChar char="l"/>
              <a:defRPr kumimoji="1" sz="2200">
                <a:solidFill>
                  <a:schemeClr val="bg2"/>
                </a:solidFill>
                <a:latin typeface="Times New Roman" pitchFamily="18" charset="0"/>
                <a:ea typeface="新細明體" pitchFamily="18" charset="-120"/>
              </a:defRPr>
            </a:lvl2pPr>
            <a:lvl3pPr marL="1143000" indent="-228600" algn="just">
              <a:lnSpc>
                <a:spcPct val="120000"/>
              </a:lnSpc>
              <a:spcBef>
                <a:spcPct val="20000"/>
              </a:spcBef>
              <a:buChar char="–"/>
              <a:defRPr kumimoji="1" sz="22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buChar char="§"/>
              <a:defRPr kumimoji="1" sz="2200">
                <a:solidFill>
                  <a:schemeClr val="bg2"/>
                </a:solidFill>
                <a:latin typeface="Times New Roman" pitchFamily="18" charset="0"/>
                <a:ea typeface="新細明體" pitchFamily="18" charset="-120"/>
              </a:defRPr>
            </a:lvl4pPr>
            <a:lvl5pPr marL="2057400" indent="-228600" algn="just">
              <a:lnSpc>
                <a:spcPct val="120000"/>
              </a:lnSpc>
              <a:spcBef>
                <a:spcPct val="20000"/>
              </a:spcBef>
              <a:buChar char="•"/>
              <a:defRPr kumimoji="1" sz="2200">
                <a:solidFill>
                  <a:schemeClr val="bg2"/>
                </a:solidFill>
                <a:latin typeface="Times New Roman" pitchFamily="18" charset="0"/>
                <a:ea typeface="新細明體" pitchFamily="18" charset="-120"/>
              </a:defRPr>
            </a:lvl5pPr>
            <a:lvl6pPr marL="25146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6pPr>
            <a:lvl7pPr marL="29718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7pPr>
            <a:lvl8pPr marL="34290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8pPr>
            <a:lvl9pPr marL="38862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9pPr>
          </a:lstStyle>
          <a:p>
            <a:pPr eaLnBrk="1" hangingPunct="1">
              <a:spcBef>
                <a:spcPct val="0"/>
              </a:spcBef>
              <a:buFontTx/>
              <a:buNone/>
            </a:pPr>
            <a:endParaRPr lang="zh-TW" altLang="en-US" sz="1800">
              <a:solidFill>
                <a:schemeClr val="tx1"/>
              </a:solidFill>
            </a:endParaRPr>
          </a:p>
        </p:txBody>
      </p:sp>
      <p:sp>
        <p:nvSpPr>
          <p:cNvPr id="94211" name="Rectangle 8"/>
          <p:cNvSpPr>
            <a:spLocks noGrp="1" noChangeArrowheads="1"/>
          </p:cNvSpPr>
          <p:nvPr>
            <p:ph type="title"/>
          </p:nvPr>
        </p:nvSpPr>
        <p:spPr/>
        <p:txBody>
          <a:bodyPr/>
          <a:lstStyle/>
          <a:p>
            <a:pPr eaLnBrk="1"/>
            <a:r>
              <a:rPr lang="zh-TW" altLang="en-US" smtClean="0"/>
              <a:t>圖</a:t>
            </a:r>
            <a:r>
              <a:rPr lang="en-US" altLang="zh-TW" smtClean="0"/>
              <a:t>5-19 </a:t>
            </a:r>
            <a:r>
              <a:rPr lang="zh-TW" altLang="en-US" smtClean="0"/>
              <a:t>結構圖範例一</a:t>
            </a:r>
          </a:p>
        </p:txBody>
      </p:sp>
      <p:pic>
        <p:nvPicPr>
          <p:cNvPr id="94212" name="Picture 10" descr="z-vb157d-f5-19"/>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36304" t="33969"/>
          <a:stretch>
            <a:fillRect/>
          </a:stretch>
        </p:blipFill>
        <p:spPr>
          <a:xfrm>
            <a:off x="2195513" y="2133600"/>
            <a:ext cx="5975350" cy="2794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random/>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10"/>
          <p:cNvSpPr>
            <a:spLocks noGrp="1" noChangeArrowheads="1"/>
          </p:cNvSpPr>
          <p:nvPr>
            <p:ph type="body" idx="1"/>
          </p:nvPr>
        </p:nvSpPr>
        <p:spPr/>
        <p:txBody>
          <a:bodyPr/>
          <a:lstStyle/>
          <a:p>
            <a:pPr eaLnBrk="1"/>
            <a:r>
              <a:rPr lang="zh-TW" altLang="zh-TW" smtClean="0"/>
              <a:t>除了上述符號外，在結構圖中尚有其他符號：</a:t>
            </a:r>
          </a:p>
          <a:p>
            <a:pPr lvl="1" eaLnBrk="1"/>
            <a:r>
              <a:rPr lang="en-US" altLang="zh-TW" smtClean="0"/>
              <a:t>1.  </a:t>
            </a:r>
            <a:r>
              <a:rPr lang="zh-TW" altLang="zh-TW" smtClean="0"/>
              <a:t>條件呼叫模組</a:t>
            </a:r>
          </a:p>
          <a:p>
            <a:pPr lvl="1" eaLnBrk="1"/>
            <a:r>
              <a:rPr lang="zh-TW" altLang="zh-TW" smtClean="0"/>
              <a:t>模組下之菱形意謂著一次僅一個附在其下之下層模組被呼叫。菱形表示模組碼中，有條件指令來決定哪個下層模組被呼叫，如</a:t>
            </a:r>
            <a:r>
              <a:rPr lang="zh-TW" altLang="en-US" smtClean="0"/>
              <a:t>下</a:t>
            </a:r>
            <a:r>
              <a:rPr lang="zh-TW" altLang="zh-TW" smtClean="0"/>
              <a:t>圖所示。</a:t>
            </a:r>
            <a:endParaRPr lang="zh-TW" altLang="en-US" smtClean="0"/>
          </a:p>
        </p:txBody>
      </p:sp>
      <p:sp>
        <p:nvSpPr>
          <p:cNvPr id="95235" name="Rectangle 2"/>
          <p:cNvSpPr>
            <a:spLocks noChangeArrowheads="1"/>
          </p:cNvSpPr>
          <p:nvPr/>
        </p:nvSpPr>
        <p:spPr bwMode="auto">
          <a:xfrm>
            <a:off x="0" y="-211138"/>
            <a:ext cx="184150" cy="422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just">
              <a:lnSpc>
                <a:spcPct val="120000"/>
              </a:lnSpc>
              <a:spcBef>
                <a:spcPct val="20000"/>
              </a:spcBef>
              <a:buFont typeface="Wingdings" pitchFamily="2" charset="2"/>
              <a:buChar char="q"/>
              <a:defRPr kumimoji="1" sz="22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buChar char="l"/>
              <a:defRPr kumimoji="1" sz="2200">
                <a:solidFill>
                  <a:schemeClr val="bg2"/>
                </a:solidFill>
                <a:latin typeface="Times New Roman" pitchFamily="18" charset="0"/>
                <a:ea typeface="新細明體" pitchFamily="18" charset="-120"/>
              </a:defRPr>
            </a:lvl2pPr>
            <a:lvl3pPr marL="1143000" indent="-228600" algn="just">
              <a:lnSpc>
                <a:spcPct val="120000"/>
              </a:lnSpc>
              <a:spcBef>
                <a:spcPct val="20000"/>
              </a:spcBef>
              <a:buChar char="–"/>
              <a:defRPr kumimoji="1" sz="22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buChar char="§"/>
              <a:defRPr kumimoji="1" sz="2200">
                <a:solidFill>
                  <a:schemeClr val="bg2"/>
                </a:solidFill>
                <a:latin typeface="Times New Roman" pitchFamily="18" charset="0"/>
                <a:ea typeface="新細明體" pitchFamily="18" charset="-120"/>
              </a:defRPr>
            </a:lvl4pPr>
            <a:lvl5pPr marL="2057400" indent="-228600" algn="just">
              <a:lnSpc>
                <a:spcPct val="120000"/>
              </a:lnSpc>
              <a:spcBef>
                <a:spcPct val="20000"/>
              </a:spcBef>
              <a:buChar char="•"/>
              <a:defRPr kumimoji="1" sz="2200">
                <a:solidFill>
                  <a:schemeClr val="bg2"/>
                </a:solidFill>
                <a:latin typeface="Times New Roman" pitchFamily="18" charset="0"/>
                <a:ea typeface="新細明體" pitchFamily="18" charset="-120"/>
              </a:defRPr>
            </a:lvl5pPr>
            <a:lvl6pPr marL="25146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6pPr>
            <a:lvl7pPr marL="29718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7pPr>
            <a:lvl8pPr marL="34290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8pPr>
            <a:lvl9pPr marL="38862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9pPr>
          </a:lstStyle>
          <a:p>
            <a:pPr eaLnBrk="1" hangingPunct="1">
              <a:spcBef>
                <a:spcPct val="0"/>
              </a:spcBef>
              <a:buFontTx/>
              <a:buNone/>
            </a:pPr>
            <a:endParaRPr lang="zh-TW" altLang="en-US" sz="1800">
              <a:solidFill>
                <a:schemeClr val="tx1"/>
              </a:solidFill>
            </a:endParaRPr>
          </a:p>
        </p:txBody>
      </p:sp>
      <p:graphicFrame>
        <p:nvGraphicFramePr>
          <p:cNvPr id="95236" name="Object 1"/>
          <p:cNvGraphicFramePr>
            <a:graphicFrameLocks noChangeAspect="1"/>
          </p:cNvGraphicFramePr>
          <p:nvPr/>
        </p:nvGraphicFramePr>
        <p:xfrm>
          <a:off x="3571875" y="4286250"/>
          <a:ext cx="1822450" cy="1214438"/>
        </p:xfrm>
        <a:graphic>
          <a:graphicData uri="http://schemas.openxmlformats.org/presentationml/2006/ole">
            <mc:AlternateContent xmlns:mc="http://schemas.openxmlformats.org/markup-compatibility/2006">
              <mc:Choice xmlns:v="urn:schemas-microsoft-com:vml" Requires="v">
                <p:oleObj spid="_x0000_s95240" name="Visio" r:id="rId3" imgW="719328" imgH="480060" progId="Visio.Drawing.11">
                  <p:embed/>
                </p:oleObj>
              </mc:Choice>
              <mc:Fallback>
                <p:oleObj name="Visio" r:id="rId3" imgW="719328" imgH="480060"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71875" y="4286250"/>
                        <a:ext cx="1822450" cy="1214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5237" name="Rectangle 11"/>
          <p:cNvSpPr>
            <a:spLocks noGrp="1" noChangeArrowheads="1"/>
          </p:cNvSpPr>
          <p:nvPr>
            <p:ph type="title"/>
          </p:nvPr>
        </p:nvSpPr>
        <p:spPr/>
        <p:txBody>
          <a:bodyPr/>
          <a:lstStyle/>
          <a:p>
            <a:pPr eaLnBrk="1"/>
            <a:r>
              <a:rPr lang="en-US" altLang="zh-TW" smtClean="0"/>
              <a:t>5.5.2 </a:t>
            </a:r>
            <a:r>
              <a:rPr lang="zh-TW" altLang="en-US" smtClean="0"/>
              <a:t>結構圖與</a:t>
            </a:r>
            <a:r>
              <a:rPr lang="en-US" altLang="zh-TW" smtClean="0"/>
              <a:t>HIPO</a:t>
            </a:r>
            <a:r>
              <a:rPr lang="zh-TW" altLang="en-US" smtClean="0"/>
              <a:t>圖</a:t>
            </a:r>
            <a:r>
              <a:rPr lang="en-US" altLang="zh-TW" smtClean="0"/>
              <a:t>(c.7)</a:t>
            </a:r>
            <a:endParaRPr lang="zh-TW" altLang="en-US" smtClean="0"/>
          </a:p>
        </p:txBody>
      </p:sp>
    </p:spTree>
  </p:cSld>
  <p:clrMapOvr>
    <a:masterClrMapping/>
  </p:clrMapOvr>
  <p:transition spd="med">
    <p:random/>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ChangeArrowheads="1"/>
          </p:cNvSpPr>
          <p:nvPr/>
        </p:nvSpPr>
        <p:spPr bwMode="auto">
          <a:xfrm>
            <a:off x="0" y="-211138"/>
            <a:ext cx="184150" cy="422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just">
              <a:lnSpc>
                <a:spcPct val="120000"/>
              </a:lnSpc>
              <a:spcBef>
                <a:spcPct val="20000"/>
              </a:spcBef>
              <a:buFont typeface="Wingdings" pitchFamily="2" charset="2"/>
              <a:buChar char="q"/>
              <a:defRPr kumimoji="1" sz="22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buChar char="l"/>
              <a:defRPr kumimoji="1" sz="2200">
                <a:solidFill>
                  <a:schemeClr val="bg2"/>
                </a:solidFill>
                <a:latin typeface="Times New Roman" pitchFamily="18" charset="0"/>
                <a:ea typeface="新細明體" pitchFamily="18" charset="-120"/>
              </a:defRPr>
            </a:lvl2pPr>
            <a:lvl3pPr marL="1143000" indent="-228600" algn="just">
              <a:lnSpc>
                <a:spcPct val="120000"/>
              </a:lnSpc>
              <a:spcBef>
                <a:spcPct val="20000"/>
              </a:spcBef>
              <a:buChar char="–"/>
              <a:defRPr kumimoji="1" sz="22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buChar char="§"/>
              <a:defRPr kumimoji="1" sz="2200">
                <a:solidFill>
                  <a:schemeClr val="bg2"/>
                </a:solidFill>
                <a:latin typeface="Times New Roman" pitchFamily="18" charset="0"/>
                <a:ea typeface="新細明體" pitchFamily="18" charset="-120"/>
              </a:defRPr>
            </a:lvl4pPr>
            <a:lvl5pPr marL="2057400" indent="-228600" algn="just">
              <a:lnSpc>
                <a:spcPct val="120000"/>
              </a:lnSpc>
              <a:spcBef>
                <a:spcPct val="20000"/>
              </a:spcBef>
              <a:buChar char="•"/>
              <a:defRPr kumimoji="1" sz="2200">
                <a:solidFill>
                  <a:schemeClr val="bg2"/>
                </a:solidFill>
                <a:latin typeface="Times New Roman" pitchFamily="18" charset="0"/>
                <a:ea typeface="新細明體" pitchFamily="18" charset="-120"/>
              </a:defRPr>
            </a:lvl5pPr>
            <a:lvl6pPr marL="25146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6pPr>
            <a:lvl7pPr marL="29718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7pPr>
            <a:lvl8pPr marL="34290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8pPr>
            <a:lvl9pPr marL="38862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9pPr>
          </a:lstStyle>
          <a:p>
            <a:pPr eaLnBrk="1" hangingPunct="1">
              <a:spcBef>
                <a:spcPct val="0"/>
              </a:spcBef>
              <a:buFontTx/>
              <a:buNone/>
            </a:pPr>
            <a:endParaRPr lang="zh-TW" altLang="en-US" sz="1800">
              <a:solidFill>
                <a:schemeClr val="tx1"/>
              </a:solidFill>
            </a:endParaRPr>
          </a:p>
        </p:txBody>
      </p:sp>
      <p:sp>
        <p:nvSpPr>
          <p:cNvPr id="97283" name="Rectangle 9"/>
          <p:cNvSpPr>
            <a:spLocks noGrp="1" noChangeArrowheads="1"/>
          </p:cNvSpPr>
          <p:nvPr>
            <p:ph type="title"/>
          </p:nvPr>
        </p:nvSpPr>
        <p:spPr/>
        <p:txBody>
          <a:bodyPr/>
          <a:lstStyle/>
          <a:p>
            <a:pPr eaLnBrk="1"/>
            <a:r>
              <a:rPr lang="zh-TW" altLang="en-US" smtClean="0"/>
              <a:t>圖</a:t>
            </a:r>
            <a:r>
              <a:rPr lang="en-US" altLang="zh-TW" smtClean="0"/>
              <a:t>5-21 </a:t>
            </a:r>
            <a:r>
              <a:rPr lang="zh-TW" altLang="en-US" smtClean="0"/>
              <a:t>嵌入模組</a:t>
            </a:r>
          </a:p>
        </p:txBody>
      </p:sp>
      <p:pic>
        <p:nvPicPr>
          <p:cNvPr id="97284" name="Picture 10" descr="z-vb157d-f5-21"/>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61259" t="20232" r="8885" b="7658"/>
          <a:stretch>
            <a:fillRect/>
          </a:stretch>
        </p:blipFill>
        <p:spPr>
          <a:xfrm>
            <a:off x="3419475" y="1773238"/>
            <a:ext cx="2881313" cy="38893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random/>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ChangeArrowheads="1"/>
          </p:cNvSpPr>
          <p:nvPr/>
        </p:nvSpPr>
        <p:spPr bwMode="auto">
          <a:xfrm>
            <a:off x="0" y="-211138"/>
            <a:ext cx="184150" cy="422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just">
              <a:lnSpc>
                <a:spcPct val="120000"/>
              </a:lnSpc>
              <a:spcBef>
                <a:spcPct val="20000"/>
              </a:spcBef>
              <a:buFont typeface="Wingdings" pitchFamily="2" charset="2"/>
              <a:buChar char="q"/>
              <a:defRPr kumimoji="1" sz="22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buChar char="l"/>
              <a:defRPr kumimoji="1" sz="2200">
                <a:solidFill>
                  <a:schemeClr val="bg2"/>
                </a:solidFill>
                <a:latin typeface="Times New Roman" pitchFamily="18" charset="0"/>
                <a:ea typeface="新細明體" pitchFamily="18" charset="-120"/>
              </a:defRPr>
            </a:lvl2pPr>
            <a:lvl3pPr marL="1143000" indent="-228600" algn="just">
              <a:lnSpc>
                <a:spcPct val="120000"/>
              </a:lnSpc>
              <a:spcBef>
                <a:spcPct val="20000"/>
              </a:spcBef>
              <a:buChar char="–"/>
              <a:defRPr kumimoji="1" sz="22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buChar char="§"/>
              <a:defRPr kumimoji="1" sz="2200">
                <a:solidFill>
                  <a:schemeClr val="bg2"/>
                </a:solidFill>
                <a:latin typeface="Times New Roman" pitchFamily="18" charset="0"/>
                <a:ea typeface="新細明體" pitchFamily="18" charset="-120"/>
              </a:defRPr>
            </a:lvl4pPr>
            <a:lvl5pPr marL="2057400" indent="-228600" algn="just">
              <a:lnSpc>
                <a:spcPct val="120000"/>
              </a:lnSpc>
              <a:spcBef>
                <a:spcPct val="20000"/>
              </a:spcBef>
              <a:buChar char="•"/>
              <a:defRPr kumimoji="1" sz="2200">
                <a:solidFill>
                  <a:schemeClr val="bg2"/>
                </a:solidFill>
                <a:latin typeface="Times New Roman" pitchFamily="18" charset="0"/>
                <a:ea typeface="新細明體" pitchFamily="18" charset="-120"/>
              </a:defRPr>
            </a:lvl5pPr>
            <a:lvl6pPr marL="25146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6pPr>
            <a:lvl7pPr marL="29718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7pPr>
            <a:lvl8pPr marL="34290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8pPr>
            <a:lvl9pPr marL="38862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9pPr>
          </a:lstStyle>
          <a:p>
            <a:pPr eaLnBrk="1" hangingPunct="1">
              <a:spcBef>
                <a:spcPct val="0"/>
              </a:spcBef>
              <a:buFontTx/>
              <a:buNone/>
            </a:pPr>
            <a:endParaRPr lang="zh-TW" altLang="en-US" sz="1800">
              <a:solidFill>
                <a:schemeClr val="tx1"/>
              </a:solidFill>
            </a:endParaRPr>
          </a:p>
        </p:txBody>
      </p:sp>
      <p:sp>
        <p:nvSpPr>
          <p:cNvPr id="99331" name="Rectangle 10"/>
          <p:cNvSpPr>
            <a:spLocks noGrp="1" noChangeArrowheads="1"/>
          </p:cNvSpPr>
          <p:nvPr>
            <p:ph type="title"/>
          </p:nvPr>
        </p:nvSpPr>
        <p:spPr/>
        <p:txBody>
          <a:bodyPr/>
          <a:lstStyle/>
          <a:p>
            <a:pPr eaLnBrk="1"/>
            <a:r>
              <a:rPr lang="zh-TW" altLang="en-US" smtClean="0"/>
              <a:t>圖</a:t>
            </a:r>
            <a:r>
              <a:rPr lang="en-US" altLang="zh-TW" smtClean="0"/>
              <a:t>5-22a </a:t>
            </a:r>
            <a:r>
              <a:rPr lang="zh-TW" altLang="en-US" smtClean="0"/>
              <a:t>結構圖範例二</a:t>
            </a:r>
          </a:p>
        </p:txBody>
      </p:sp>
      <p:pic>
        <p:nvPicPr>
          <p:cNvPr id="99332" name="Picture 12" descr="z-vb157d-f5-22a"/>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5861" t="17491" r="6409"/>
          <a:stretch>
            <a:fillRect/>
          </a:stretch>
        </p:blipFill>
        <p:spPr>
          <a:xfrm>
            <a:off x="1258888" y="1773238"/>
            <a:ext cx="7056437" cy="40306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random/>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ChangeArrowheads="1"/>
          </p:cNvSpPr>
          <p:nvPr/>
        </p:nvSpPr>
        <p:spPr bwMode="auto">
          <a:xfrm>
            <a:off x="0" y="-211138"/>
            <a:ext cx="184150" cy="422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just">
              <a:lnSpc>
                <a:spcPct val="120000"/>
              </a:lnSpc>
              <a:spcBef>
                <a:spcPct val="20000"/>
              </a:spcBef>
              <a:buFont typeface="Wingdings" pitchFamily="2" charset="2"/>
              <a:buChar char="q"/>
              <a:defRPr kumimoji="1" sz="22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buChar char="l"/>
              <a:defRPr kumimoji="1" sz="2200">
                <a:solidFill>
                  <a:schemeClr val="bg2"/>
                </a:solidFill>
                <a:latin typeface="Times New Roman" pitchFamily="18" charset="0"/>
                <a:ea typeface="新細明體" pitchFamily="18" charset="-120"/>
              </a:defRPr>
            </a:lvl2pPr>
            <a:lvl3pPr marL="1143000" indent="-228600" algn="just">
              <a:lnSpc>
                <a:spcPct val="120000"/>
              </a:lnSpc>
              <a:spcBef>
                <a:spcPct val="20000"/>
              </a:spcBef>
              <a:buChar char="–"/>
              <a:defRPr kumimoji="1" sz="22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buChar char="§"/>
              <a:defRPr kumimoji="1" sz="2200">
                <a:solidFill>
                  <a:schemeClr val="bg2"/>
                </a:solidFill>
                <a:latin typeface="Times New Roman" pitchFamily="18" charset="0"/>
                <a:ea typeface="新細明體" pitchFamily="18" charset="-120"/>
              </a:defRPr>
            </a:lvl4pPr>
            <a:lvl5pPr marL="2057400" indent="-228600" algn="just">
              <a:lnSpc>
                <a:spcPct val="120000"/>
              </a:lnSpc>
              <a:spcBef>
                <a:spcPct val="20000"/>
              </a:spcBef>
              <a:buChar char="•"/>
              <a:defRPr kumimoji="1" sz="2200">
                <a:solidFill>
                  <a:schemeClr val="bg2"/>
                </a:solidFill>
                <a:latin typeface="Times New Roman" pitchFamily="18" charset="0"/>
                <a:ea typeface="新細明體" pitchFamily="18" charset="-120"/>
              </a:defRPr>
            </a:lvl5pPr>
            <a:lvl6pPr marL="25146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6pPr>
            <a:lvl7pPr marL="29718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7pPr>
            <a:lvl8pPr marL="34290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8pPr>
            <a:lvl9pPr marL="38862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9pPr>
          </a:lstStyle>
          <a:p>
            <a:pPr eaLnBrk="1" hangingPunct="1">
              <a:spcBef>
                <a:spcPct val="0"/>
              </a:spcBef>
              <a:buFontTx/>
              <a:buNone/>
            </a:pPr>
            <a:endParaRPr lang="zh-TW" altLang="en-US" sz="1800">
              <a:solidFill>
                <a:schemeClr val="tx1"/>
              </a:solidFill>
            </a:endParaRPr>
          </a:p>
        </p:txBody>
      </p:sp>
      <p:sp>
        <p:nvSpPr>
          <p:cNvPr id="100355" name="Rectangle 10"/>
          <p:cNvSpPr>
            <a:spLocks noGrp="1" noChangeArrowheads="1"/>
          </p:cNvSpPr>
          <p:nvPr>
            <p:ph type="title"/>
          </p:nvPr>
        </p:nvSpPr>
        <p:spPr/>
        <p:txBody>
          <a:bodyPr/>
          <a:lstStyle/>
          <a:p>
            <a:pPr eaLnBrk="1"/>
            <a:r>
              <a:rPr lang="zh-TW" altLang="en-US" smtClean="0"/>
              <a:t>圖</a:t>
            </a:r>
            <a:r>
              <a:rPr lang="en-US" altLang="zh-TW" smtClean="0"/>
              <a:t>5-22b HIPO</a:t>
            </a:r>
            <a:r>
              <a:rPr lang="zh-TW" altLang="en-US" smtClean="0"/>
              <a:t>圖範例</a:t>
            </a:r>
          </a:p>
        </p:txBody>
      </p:sp>
      <p:pic>
        <p:nvPicPr>
          <p:cNvPr id="100356" name="Picture 13" descr="z-vb157d-f5-22b"/>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8690" t="20758"/>
          <a:stretch>
            <a:fillRect/>
          </a:stretch>
        </p:blipFill>
        <p:spPr>
          <a:xfrm>
            <a:off x="1331913" y="1773238"/>
            <a:ext cx="7019925" cy="39608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random/>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10"/>
          <p:cNvSpPr>
            <a:spLocks noGrp="1" noChangeArrowheads="1"/>
          </p:cNvSpPr>
          <p:nvPr>
            <p:ph type="body" idx="1"/>
          </p:nvPr>
        </p:nvSpPr>
        <p:spPr/>
        <p:txBody>
          <a:bodyPr/>
          <a:lstStyle/>
          <a:p>
            <a:pPr eaLnBrk="1"/>
            <a:r>
              <a:rPr lang="en-US" altLang="zh-TW" smtClean="0"/>
              <a:t>HIPO</a:t>
            </a:r>
            <a:r>
              <a:rPr lang="zh-TW" altLang="zh-TW" smtClean="0"/>
              <a:t>圖比結構圖少了資料流，這些輸入與輸出之資料流常在</a:t>
            </a:r>
            <a:r>
              <a:rPr lang="en-US" altLang="zh-TW" smtClean="0"/>
              <a:t>HIPO</a:t>
            </a:r>
            <a:r>
              <a:rPr lang="zh-TW" altLang="zh-TW" smtClean="0"/>
              <a:t>圖之另一元件，稱</a:t>
            </a:r>
            <a:r>
              <a:rPr lang="en-US" altLang="zh-TW" smtClean="0"/>
              <a:t>IPO (Input Process Output)</a:t>
            </a:r>
            <a:r>
              <a:rPr lang="zh-TW" altLang="zh-TW" smtClean="0"/>
              <a:t>圖</a:t>
            </a:r>
            <a:r>
              <a:rPr lang="en-US" altLang="zh-TW" smtClean="0"/>
              <a:t>(</a:t>
            </a:r>
            <a:r>
              <a:rPr lang="zh-TW" altLang="zh-TW" smtClean="0"/>
              <a:t>如</a:t>
            </a:r>
            <a:r>
              <a:rPr lang="zh-TW" altLang="en-US" smtClean="0"/>
              <a:t>下</a:t>
            </a:r>
            <a:r>
              <a:rPr lang="zh-TW" altLang="zh-TW" smtClean="0"/>
              <a:t>圖</a:t>
            </a:r>
            <a:r>
              <a:rPr lang="en-US" altLang="zh-TW" smtClean="0"/>
              <a:t>)</a:t>
            </a:r>
            <a:r>
              <a:rPr lang="zh-TW" altLang="zh-TW" smtClean="0"/>
              <a:t>中表達，也就是說，</a:t>
            </a:r>
            <a:r>
              <a:rPr lang="en-US" altLang="zh-TW" smtClean="0"/>
              <a:t>HIPO</a:t>
            </a:r>
            <a:r>
              <a:rPr lang="zh-TW" altLang="zh-TW" smtClean="0"/>
              <a:t>圖中之每個模組可進一步的將輸出入與處理規格描述表示在</a:t>
            </a:r>
            <a:r>
              <a:rPr lang="en-US" altLang="zh-TW" smtClean="0"/>
              <a:t>IPO</a:t>
            </a:r>
            <a:r>
              <a:rPr lang="zh-TW" altLang="zh-TW" smtClean="0"/>
              <a:t>圖中</a:t>
            </a:r>
            <a:r>
              <a:rPr lang="en-US" altLang="zh-TW" smtClean="0"/>
              <a:t>(Yourdon, 1989)</a:t>
            </a:r>
            <a:r>
              <a:rPr lang="zh-TW" altLang="zh-TW" smtClean="0"/>
              <a:t>。</a:t>
            </a:r>
            <a:endParaRPr lang="zh-TW" altLang="en-US" smtClean="0"/>
          </a:p>
        </p:txBody>
      </p:sp>
      <p:sp>
        <p:nvSpPr>
          <p:cNvPr id="101379" name="Rectangle 2"/>
          <p:cNvSpPr>
            <a:spLocks noChangeArrowheads="1"/>
          </p:cNvSpPr>
          <p:nvPr/>
        </p:nvSpPr>
        <p:spPr bwMode="auto">
          <a:xfrm>
            <a:off x="0" y="-211138"/>
            <a:ext cx="184150" cy="422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just">
              <a:lnSpc>
                <a:spcPct val="120000"/>
              </a:lnSpc>
              <a:spcBef>
                <a:spcPct val="20000"/>
              </a:spcBef>
              <a:buFont typeface="Wingdings" pitchFamily="2" charset="2"/>
              <a:buChar char="q"/>
              <a:defRPr kumimoji="1" sz="22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buChar char="l"/>
              <a:defRPr kumimoji="1" sz="2200">
                <a:solidFill>
                  <a:schemeClr val="bg2"/>
                </a:solidFill>
                <a:latin typeface="Times New Roman" pitchFamily="18" charset="0"/>
                <a:ea typeface="新細明體" pitchFamily="18" charset="-120"/>
              </a:defRPr>
            </a:lvl2pPr>
            <a:lvl3pPr marL="1143000" indent="-228600" algn="just">
              <a:lnSpc>
                <a:spcPct val="120000"/>
              </a:lnSpc>
              <a:spcBef>
                <a:spcPct val="20000"/>
              </a:spcBef>
              <a:buChar char="–"/>
              <a:defRPr kumimoji="1" sz="22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buChar char="§"/>
              <a:defRPr kumimoji="1" sz="2200">
                <a:solidFill>
                  <a:schemeClr val="bg2"/>
                </a:solidFill>
                <a:latin typeface="Times New Roman" pitchFamily="18" charset="0"/>
                <a:ea typeface="新細明體" pitchFamily="18" charset="-120"/>
              </a:defRPr>
            </a:lvl4pPr>
            <a:lvl5pPr marL="2057400" indent="-228600" algn="just">
              <a:lnSpc>
                <a:spcPct val="120000"/>
              </a:lnSpc>
              <a:spcBef>
                <a:spcPct val="20000"/>
              </a:spcBef>
              <a:buChar char="•"/>
              <a:defRPr kumimoji="1" sz="2200">
                <a:solidFill>
                  <a:schemeClr val="bg2"/>
                </a:solidFill>
                <a:latin typeface="Times New Roman" pitchFamily="18" charset="0"/>
                <a:ea typeface="新細明體" pitchFamily="18" charset="-120"/>
              </a:defRPr>
            </a:lvl5pPr>
            <a:lvl6pPr marL="25146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6pPr>
            <a:lvl7pPr marL="29718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7pPr>
            <a:lvl8pPr marL="34290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8pPr>
            <a:lvl9pPr marL="38862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9pPr>
          </a:lstStyle>
          <a:p>
            <a:pPr eaLnBrk="1" hangingPunct="1">
              <a:spcBef>
                <a:spcPct val="0"/>
              </a:spcBef>
              <a:buFontTx/>
              <a:buNone/>
            </a:pPr>
            <a:endParaRPr lang="zh-TW" altLang="en-US" sz="1800">
              <a:solidFill>
                <a:schemeClr val="tx1"/>
              </a:solidFill>
            </a:endParaRPr>
          </a:p>
        </p:txBody>
      </p:sp>
      <p:sp>
        <p:nvSpPr>
          <p:cNvPr id="101380" name="Rectangle 11"/>
          <p:cNvSpPr>
            <a:spLocks noGrp="1" noChangeArrowheads="1"/>
          </p:cNvSpPr>
          <p:nvPr>
            <p:ph type="title"/>
          </p:nvPr>
        </p:nvSpPr>
        <p:spPr/>
        <p:txBody>
          <a:bodyPr/>
          <a:lstStyle/>
          <a:p>
            <a:pPr eaLnBrk="1"/>
            <a:r>
              <a:rPr lang="en-US" altLang="zh-TW" smtClean="0"/>
              <a:t>5.5.2 </a:t>
            </a:r>
            <a:r>
              <a:rPr lang="zh-TW" altLang="en-US" smtClean="0"/>
              <a:t>結構圖與</a:t>
            </a:r>
            <a:r>
              <a:rPr lang="en-US" altLang="zh-TW" smtClean="0"/>
              <a:t>HIPO</a:t>
            </a:r>
            <a:r>
              <a:rPr lang="zh-TW" altLang="en-US" smtClean="0"/>
              <a:t>圖</a:t>
            </a:r>
            <a:r>
              <a:rPr lang="en-US" altLang="zh-TW" smtClean="0"/>
              <a:t>(c.10)</a:t>
            </a:r>
            <a:endParaRPr lang="zh-TW" altLang="en-US" smtClean="0"/>
          </a:p>
        </p:txBody>
      </p:sp>
      <p:pic>
        <p:nvPicPr>
          <p:cNvPr id="101381" name="Picture 12" descr="z-vb157d-f5-22c"/>
          <p:cNvPicPr>
            <a:picLocks noChangeAspect="1" noChangeArrowheads="1"/>
          </p:cNvPicPr>
          <p:nvPr/>
        </p:nvPicPr>
        <p:blipFill>
          <a:blip r:embed="rId2">
            <a:extLst>
              <a:ext uri="{28A0092B-C50C-407E-A947-70E740481C1C}">
                <a14:useLocalDpi xmlns:a14="http://schemas.microsoft.com/office/drawing/2010/main" val="0"/>
              </a:ext>
            </a:extLst>
          </a:blip>
          <a:srcRect l="27206" t="24106" r="9357"/>
          <a:stretch>
            <a:fillRect/>
          </a:stretch>
        </p:blipFill>
        <p:spPr bwMode="auto">
          <a:xfrm>
            <a:off x="1763713" y="3213100"/>
            <a:ext cx="6048375" cy="3170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random/>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9"/>
          <p:cNvSpPr>
            <a:spLocks noGrp="1" noChangeArrowheads="1"/>
          </p:cNvSpPr>
          <p:nvPr>
            <p:ph type="body" idx="1"/>
          </p:nvPr>
        </p:nvSpPr>
        <p:spPr/>
        <p:txBody>
          <a:bodyPr/>
          <a:lstStyle/>
          <a:p>
            <a:pPr eaLnBrk="1"/>
            <a:r>
              <a:rPr lang="zh-TW" altLang="en-US" smtClean="0"/>
              <a:t>檢查內聚力</a:t>
            </a:r>
          </a:p>
          <a:p>
            <a:pPr lvl="1" eaLnBrk="1"/>
            <a:r>
              <a:rPr lang="en-US" altLang="zh-TW" smtClean="0"/>
              <a:t>DeMarco (1979)</a:t>
            </a:r>
            <a:r>
              <a:rPr lang="zh-TW" altLang="en-US" smtClean="0"/>
              <a:t>將七種內聚力分為可接受與不可接受的內聚力，摘述如下： </a:t>
            </a:r>
          </a:p>
        </p:txBody>
      </p:sp>
      <p:pic>
        <p:nvPicPr>
          <p:cNvPr id="107523"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450" y="3048000"/>
            <a:ext cx="7499350"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7524" name="Rectangle 10"/>
          <p:cNvSpPr>
            <a:spLocks noGrp="1" noChangeArrowheads="1"/>
          </p:cNvSpPr>
          <p:nvPr>
            <p:ph type="title"/>
          </p:nvPr>
        </p:nvSpPr>
        <p:spPr/>
        <p:txBody>
          <a:bodyPr/>
          <a:lstStyle/>
          <a:p>
            <a:pPr eaLnBrk="1"/>
            <a:r>
              <a:rPr lang="en-US" altLang="zh-TW" smtClean="0"/>
              <a:t>5.5.3 </a:t>
            </a:r>
            <a:r>
              <a:rPr lang="zh-TW" altLang="en-US" smtClean="0"/>
              <a:t>資料流程圖轉結構圖或</a:t>
            </a:r>
            <a:r>
              <a:rPr lang="en-US" altLang="zh-TW" smtClean="0"/>
              <a:t>HIPO</a:t>
            </a:r>
            <a:r>
              <a:rPr lang="zh-TW" altLang="en-US" smtClean="0"/>
              <a:t>圖</a:t>
            </a:r>
            <a:r>
              <a:rPr lang="en-US" altLang="zh-TW" smtClean="0"/>
              <a:t>(c.6)</a:t>
            </a:r>
          </a:p>
        </p:txBody>
      </p:sp>
    </p:spTree>
  </p:cSld>
  <p:clrMapOvr>
    <a:masterClrMapping/>
  </p:clrMapOvr>
  <p:transition spd="med">
    <p:random/>
  </p:transition>
</p:sld>
</file>

<file path=ppt/theme/theme1.xml><?xml version="1.0" encoding="utf-8"?>
<a:theme xmlns:a="http://schemas.openxmlformats.org/drawingml/2006/main" name="6_ch01 網際網路基礎">
  <a:themeElements>
    <a:clrScheme name="">
      <a:dk1>
        <a:srgbClr val="000000"/>
      </a:dk1>
      <a:lt1>
        <a:srgbClr val="FFFFFF"/>
      </a:lt1>
      <a:dk2>
        <a:srgbClr val="CCFFFF"/>
      </a:dk2>
      <a:lt2>
        <a:srgbClr val="CBCBCB"/>
      </a:lt2>
      <a:accent1>
        <a:srgbClr val="009999"/>
      </a:accent1>
      <a:accent2>
        <a:srgbClr val="FF9933"/>
      </a:accent2>
      <a:accent3>
        <a:srgbClr val="E2FFFF"/>
      </a:accent3>
      <a:accent4>
        <a:srgbClr val="DADADA"/>
      </a:accent4>
      <a:accent5>
        <a:srgbClr val="AACACA"/>
      </a:accent5>
      <a:accent6>
        <a:srgbClr val="E78A2D"/>
      </a:accent6>
      <a:hlink>
        <a:srgbClr val="330099"/>
      </a:hlink>
      <a:folHlink>
        <a:srgbClr val="CBCBCB"/>
      </a:folHlink>
    </a:clrScheme>
    <a:fontScheme name="6_ch01 網際網路基礎">
      <a:majorFont>
        <a:latin typeface="Times New Roman"/>
        <a:ea typeface="華康特粗明體"/>
        <a:cs typeface=""/>
      </a:majorFont>
      <a:minorFont>
        <a:latin typeface="Times New Roman"/>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1" lang="zh-TW" altLang="zh-TW" sz="2400" b="0" i="0" u="none" strike="noStrike" cap="none" normalizeH="0" baseline="0" smtClean="0">
            <a:ln>
              <a:noFill/>
            </a:ln>
            <a:solidFill>
              <a:schemeClr val="tx1"/>
            </a:solidFill>
            <a:effectLst/>
            <a:latin typeface="Times New Roman" pitchFamily="18" charset="0"/>
            <a:ea typeface="新細明體" pitchFamily="18" charset="-12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1" lang="zh-TW" altLang="zh-TW" sz="2400" b="0" i="0" u="none" strike="noStrike" cap="none" normalizeH="0" baseline="0" smtClean="0">
            <a:ln>
              <a:noFill/>
            </a:ln>
            <a:solidFill>
              <a:schemeClr val="tx1"/>
            </a:solidFill>
            <a:effectLst/>
            <a:latin typeface="Times New Roman" pitchFamily="18" charset="0"/>
            <a:ea typeface="新細明體" pitchFamily="18" charset="-120"/>
          </a:defRPr>
        </a:defPPr>
      </a:lstStyle>
    </a:lnDef>
  </a:objectDefaults>
  <a:extraClrSchemeLst>
    <a:extraClrScheme>
      <a:clrScheme name="6_ch01 網際網路基礎 1">
        <a:dk1>
          <a:srgbClr val="000000"/>
        </a:dk1>
        <a:lt1>
          <a:srgbClr val="FFFFFF"/>
        </a:lt1>
        <a:dk2>
          <a:srgbClr val="0066CC"/>
        </a:dk2>
        <a:lt2>
          <a:srgbClr val="CBCBCB"/>
        </a:lt2>
        <a:accent1>
          <a:srgbClr val="009999"/>
        </a:accent1>
        <a:accent2>
          <a:srgbClr val="FF9933"/>
        </a:accent2>
        <a:accent3>
          <a:srgbClr val="AAB8E2"/>
        </a:accent3>
        <a:accent4>
          <a:srgbClr val="DADADA"/>
        </a:accent4>
        <a:accent5>
          <a:srgbClr val="AACACA"/>
        </a:accent5>
        <a:accent6>
          <a:srgbClr val="E78A2D"/>
        </a:accent6>
        <a:hlink>
          <a:srgbClr val="330099"/>
        </a:hlink>
        <a:folHlink>
          <a:srgbClr val="CBCBCB"/>
        </a:folHlink>
      </a:clrScheme>
      <a:clrMap bg1="dk2" tx1="lt1" bg2="dk1" tx2="lt2" accent1="accent1" accent2="accent2" accent3="accent3" accent4="accent4" accent5="accent5" accent6="accent6" hlink="hlink" folHlink="folHlink"/>
    </a:extraClrScheme>
    <a:extraClrScheme>
      <a:clrScheme name="6_ch01 網際網路基礎 2">
        <a:dk1>
          <a:srgbClr val="000000"/>
        </a:dk1>
        <a:lt1>
          <a:srgbClr val="FFFFFF"/>
        </a:lt1>
        <a:dk2>
          <a:srgbClr val="000000"/>
        </a:dk2>
        <a:lt2>
          <a:srgbClr val="868686"/>
        </a:lt2>
        <a:accent1>
          <a:srgbClr val="3366FF"/>
        </a:accent1>
        <a:accent2>
          <a:srgbClr val="009900"/>
        </a:accent2>
        <a:accent3>
          <a:srgbClr val="FFFFFF"/>
        </a:accent3>
        <a:accent4>
          <a:srgbClr val="000000"/>
        </a:accent4>
        <a:accent5>
          <a:srgbClr val="ADB8FF"/>
        </a:accent5>
        <a:accent6>
          <a:srgbClr val="008A00"/>
        </a:accent6>
        <a:hlink>
          <a:srgbClr val="FF0033"/>
        </a:hlink>
        <a:folHlink>
          <a:srgbClr val="CCCCCC"/>
        </a:folHlink>
      </a:clrScheme>
      <a:clrMap bg1="lt1" tx1="dk1" bg2="lt2" tx2="dk2" accent1="accent1" accent2="accent2" accent3="accent3" accent4="accent4" accent5="accent5" accent6="accent6" hlink="hlink" folHlink="folHlink"/>
    </a:extraClrScheme>
    <a:extraClrScheme>
      <a:clrScheme name="6_ch01 網際網路基礎 3">
        <a:dk1>
          <a:srgbClr val="000000"/>
        </a:dk1>
        <a:lt1>
          <a:srgbClr val="FFFFFF"/>
        </a:lt1>
        <a:dk2>
          <a:srgbClr val="000000"/>
        </a:dk2>
        <a:lt2>
          <a:srgbClr val="868686"/>
        </a:lt2>
        <a:accent1>
          <a:srgbClr val="EAEAEA"/>
        </a:accent1>
        <a:accent2>
          <a:srgbClr val="5F5F5F"/>
        </a:accent2>
        <a:accent3>
          <a:srgbClr val="FFFFFF"/>
        </a:accent3>
        <a:accent4>
          <a:srgbClr val="000000"/>
        </a:accent4>
        <a:accent5>
          <a:srgbClr val="F3F3F3"/>
        </a:accent5>
        <a:accent6>
          <a:srgbClr val="555555"/>
        </a:accent6>
        <a:hlink>
          <a:srgbClr val="969696"/>
        </a:hlink>
        <a:folHlink>
          <a:srgbClr val="CBCBCB"/>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4_ch01 網際網路基礎">
  <a:themeElements>
    <a:clrScheme name="">
      <a:dk1>
        <a:srgbClr val="000000"/>
      </a:dk1>
      <a:lt1>
        <a:srgbClr val="FFFFFF"/>
      </a:lt1>
      <a:dk2>
        <a:srgbClr val="CCFFFF"/>
      </a:dk2>
      <a:lt2>
        <a:srgbClr val="CBCBCB"/>
      </a:lt2>
      <a:accent1>
        <a:srgbClr val="009999"/>
      </a:accent1>
      <a:accent2>
        <a:srgbClr val="FF9933"/>
      </a:accent2>
      <a:accent3>
        <a:srgbClr val="E2FFFF"/>
      </a:accent3>
      <a:accent4>
        <a:srgbClr val="DADADA"/>
      </a:accent4>
      <a:accent5>
        <a:srgbClr val="AACACA"/>
      </a:accent5>
      <a:accent6>
        <a:srgbClr val="E78A2D"/>
      </a:accent6>
      <a:hlink>
        <a:srgbClr val="330099"/>
      </a:hlink>
      <a:folHlink>
        <a:srgbClr val="CBCBCB"/>
      </a:folHlink>
    </a:clrScheme>
    <a:fontScheme name="4_ch01 網際網路基礎">
      <a:majorFont>
        <a:latin typeface="Times New Roman"/>
        <a:ea typeface="華康特粗明體"/>
        <a:cs typeface=""/>
      </a:majorFont>
      <a:minorFont>
        <a:latin typeface="Times New Roman"/>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1" lang="zh-TW" altLang="zh-TW" sz="2400" b="0" i="0" u="none" strike="noStrike" cap="none" normalizeH="0" baseline="0" smtClean="0">
            <a:ln>
              <a:noFill/>
            </a:ln>
            <a:solidFill>
              <a:schemeClr val="tx1"/>
            </a:solidFill>
            <a:effectLst/>
            <a:latin typeface="Times New Roman" pitchFamily="18" charset="0"/>
            <a:ea typeface="新細明體" pitchFamily="18" charset="-12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1" lang="zh-TW" altLang="zh-TW" sz="2400" b="0" i="0" u="none" strike="noStrike" cap="none" normalizeH="0" baseline="0" smtClean="0">
            <a:ln>
              <a:noFill/>
            </a:ln>
            <a:solidFill>
              <a:schemeClr val="tx1"/>
            </a:solidFill>
            <a:effectLst/>
            <a:latin typeface="Times New Roman" pitchFamily="18" charset="0"/>
            <a:ea typeface="新細明體" pitchFamily="18" charset="-120"/>
          </a:defRPr>
        </a:defPPr>
      </a:lstStyle>
    </a:lnDef>
  </a:objectDefaults>
  <a:extraClrSchemeLst>
    <a:extraClrScheme>
      <a:clrScheme name="4_ch01 網際網路基礎 1">
        <a:dk1>
          <a:srgbClr val="000000"/>
        </a:dk1>
        <a:lt1>
          <a:srgbClr val="FFFFFF"/>
        </a:lt1>
        <a:dk2>
          <a:srgbClr val="0066CC"/>
        </a:dk2>
        <a:lt2>
          <a:srgbClr val="CBCBCB"/>
        </a:lt2>
        <a:accent1>
          <a:srgbClr val="009999"/>
        </a:accent1>
        <a:accent2>
          <a:srgbClr val="FF9933"/>
        </a:accent2>
        <a:accent3>
          <a:srgbClr val="AAB8E2"/>
        </a:accent3>
        <a:accent4>
          <a:srgbClr val="DADADA"/>
        </a:accent4>
        <a:accent5>
          <a:srgbClr val="AACACA"/>
        </a:accent5>
        <a:accent6>
          <a:srgbClr val="E78A2D"/>
        </a:accent6>
        <a:hlink>
          <a:srgbClr val="330099"/>
        </a:hlink>
        <a:folHlink>
          <a:srgbClr val="CBCBCB"/>
        </a:folHlink>
      </a:clrScheme>
      <a:clrMap bg1="dk2" tx1="lt1" bg2="dk1" tx2="lt2" accent1="accent1" accent2="accent2" accent3="accent3" accent4="accent4" accent5="accent5" accent6="accent6" hlink="hlink" folHlink="folHlink"/>
    </a:extraClrScheme>
    <a:extraClrScheme>
      <a:clrScheme name="4_ch01 網際網路基礎 2">
        <a:dk1>
          <a:srgbClr val="000000"/>
        </a:dk1>
        <a:lt1>
          <a:srgbClr val="FFFFFF"/>
        </a:lt1>
        <a:dk2>
          <a:srgbClr val="000000"/>
        </a:dk2>
        <a:lt2>
          <a:srgbClr val="868686"/>
        </a:lt2>
        <a:accent1>
          <a:srgbClr val="3366FF"/>
        </a:accent1>
        <a:accent2>
          <a:srgbClr val="009900"/>
        </a:accent2>
        <a:accent3>
          <a:srgbClr val="FFFFFF"/>
        </a:accent3>
        <a:accent4>
          <a:srgbClr val="000000"/>
        </a:accent4>
        <a:accent5>
          <a:srgbClr val="ADB8FF"/>
        </a:accent5>
        <a:accent6>
          <a:srgbClr val="008A00"/>
        </a:accent6>
        <a:hlink>
          <a:srgbClr val="FF0033"/>
        </a:hlink>
        <a:folHlink>
          <a:srgbClr val="CCCCCC"/>
        </a:folHlink>
      </a:clrScheme>
      <a:clrMap bg1="lt1" tx1="dk1" bg2="lt2" tx2="dk2" accent1="accent1" accent2="accent2" accent3="accent3" accent4="accent4" accent5="accent5" accent6="accent6" hlink="hlink" folHlink="folHlink"/>
    </a:extraClrScheme>
    <a:extraClrScheme>
      <a:clrScheme name="4_ch01 網際網路基礎 3">
        <a:dk1>
          <a:srgbClr val="000000"/>
        </a:dk1>
        <a:lt1>
          <a:srgbClr val="FFFFFF"/>
        </a:lt1>
        <a:dk2>
          <a:srgbClr val="000000"/>
        </a:dk2>
        <a:lt2>
          <a:srgbClr val="868686"/>
        </a:lt2>
        <a:accent1>
          <a:srgbClr val="EAEAEA"/>
        </a:accent1>
        <a:accent2>
          <a:srgbClr val="5F5F5F"/>
        </a:accent2>
        <a:accent3>
          <a:srgbClr val="FFFFFF"/>
        </a:accent3>
        <a:accent4>
          <a:srgbClr val="000000"/>
        </a:accent4>
        <a:accent5>
          <a:srgbClr val="F3F3F3"/>
        </a:accent5>
        <a:accent6>
          <a:srgbClr val="555555"/>
        </a:accent6>
        <a:hlink>
          <a:srgbClr val="969696"/>
        </a:hlink>
        <a:folHlink>
          <a:srgbClr val="CBCBCB"/>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3_ch01 網際網路基礎">
  <a:themeElements>
    <a:clrScheme name="">
      <a:dk1>
        <a:srgbClr val="000000"/>
      </a:dk1>
      <a:lt1>
        <a:srgbClr val="FFFFFF"/>
      </a:lt1>
      <a:dk2>
        <a:srgbClr val="CCFFFF"/>
      </a:dk2>
      <a:lt2>
        <a:srgbClr val="CBCBCB"/>
      </a:lt2>
      <a:accent1>
        <a:srgbClr val="009999"/>
      </a:accent1>
      <a:accent2>
        <a:srgbClr val="FF9933"/>
      </a:accent2>
      <a:accent3>
        <a:srgbClr val="E2FFFF"/>
      </a:accent3>
      <a:accent4>
        <a:srgbClr val="DADADA"/>
      </a:accent4>
      <a:accent5>
        <a:srgbClr val="AACACA"/>
      </a:accent5>
      <a:accent6>
        <a:srgbClr val="E78A2D"/>
      </a:accent6>
      <a:hlink>
        <a:srgbClr val="330099"/>
      </a:hlink>
      <a:folHlink>
        <a:srgbClr val="CBCBCB"/>
      </a:folHlink>
    </a:clrScheme>
    <a:fontScheme name="3_ch01 網際網路基礎">
      <a:majorFont>
        <a:latin typeface="Times New Roman"/>
        <a:ea typeface="華康特粗明體"/>
        <a:cs typeface=""/>
      </a:majorFont>
      <a:minorFont>
        <a:latin typeface="Times New Roman"/>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1" lang="zh-TW" altLang="zh-TW" sz="2400" b="0" i="0" u="none" strike="noStrike" cap="none" normalizeH="0" baseline="0" smtClean="0">
            <a:ln>
              <a:noFill/>
            </a:ln>
            <a:solidFill>
              <a:schemeClr val="tx1"/>
            </a:solidFill>
            <a:effectLst/>
            <a:latin typeface="Times New Roman" pitchFamily="18" charset="0"/>
            <a:ea typeface="新細明體" pitchFamily="18" charset="-12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1" lang="zh-TW" altLang="zh-TW" sz="2400" b="0" i="0" u="none" strike="noStrike" cap="none" normalizeH="0" baseline="0" smtClean="0">
            <a:ln>
              <a:noFill/>
            </a:ln>
            <a:solidFill>
              <a:schemeClr val="tx1"/>
            </a:solidFill>
            <a:effectLst/>
            <a:latin typeface="Times New Roman" pitchFamily="18" charset="0"/>
            <a:ea typeface="新細明體" pitchFamily="18" charset="-120"/>
          </a:defRPr>
        </a:defPPr>
      </a:lstStyle>
    </a:lnDef>
  </a:objectDefaults>
  <a:extraClrSchemeLst>
    <a:extraClrScheme>
      <a:clrScheme name="3_ch01 網際網路基礎 1">
        <a:dk1>
          <a:srgbClr val="000000"/>
        </a:dk1>
        <a:lt1>
          <a:srgbClr val="FFFFFF"/>
        </a:lt1>
        <a:dk2>
          <a:srgbClr val="0066CC"/>
        </a:dk2>
        <a:lt2>
          <a:srgbClr val="CBCBCB"/>
        </a:lt2>
        <a:accent1>
          <a:srgbClr val="009999"/>
        </a:accent1>
        <a:accent2>
          <a:srgbClr val="FF9933"/>
        </a:accent2>
        <a:accent3>
          <a:srgbClr val="AAB8E2"/>
        </a:accent3>
        <a:accent4>
          <a:srgbClr val="DADADA"/>
        </a:accent4>
        <a:accent5>
          <a:srgbClr val="AACACA"/>
        </a:accent5>
        <a:accent6>
          <a:srgbClr val="E78A2D"/>
        </a:accent6>
        <a:hlink>
          <a:srgbClr val="330099"/>
        </a:hlink>
        <a:folHlink>
          <a:srgbClr val="CBCBCB"/>
        </a:folHlink>
      </a:clrScheme>
      <a:clrMap bg1="dk2" tx1="lt1" bg2="dk1" tx2="lt2" accent1="accent1" accent2="accent2" accent3="accent3" accent4="accent4" accent5="accent5" accent6="accent6" hlink="hlink" folHlink="folHlink"/>
    </a:extraClrScheme>
    <a:extraClrScheme>
      <a:clrScheme name="3_ch01 網際網路基礎 2">
        <a:dk1>
          <a:srgbClr val="000000"/>
        </a:dk1>
        <a:lt1>
          <a:srgbClr val="FFFFFF"/>
        </a:lt1>
        <a:dk2>
          <a:srgbClr val="000000"/>
        </a:dk2>
        <a:lt2>
          <a:srgbClr val="868686"/>
        </a:lt2>
        <a:accent1>
          <a:srgbClr val="3366FF"/>
        </a:accent1>
        <a:accent2>
          <a:srgbClr val="009900"/>
        </a:accent2>
        <a:accent3>
          <a:srgbClr val="FFFFFF"/>
        </a:accent3>
        <a:accent4>
          <a:srgbClr val="000000"/>
        </a:accent4>
        <a:accent5>
          <a:srgbClr val="ADB8FF"/>
        </a:accent5>
        <a:accent6>
          <a:srgbClr val="008A00"/>
        </a:accent6>
        <a:hlink>
          <a:srgbClr val="FF0033"/>
        </a:hlink>
        <a:folHlink>
          <a:srgbClr val="CCCCCC"/>
        </a:folHlink>
      </a:clrScheme>
      <a:clrMap bg1="lt1" tx1="dk1" bg2="lt2" tx2="dk2" accent1="accent1" accent2="accent2" accent3="accent3" accent4="accent4" accent5="accent5" accent6="accent6" hlink="hlink" folHlink="folHlink"/>
    </a:extraClrScheme>
    <a:extraClrScheme>
      <a:clrScheme name="3_ch01 網際網路基礎 3">
        <a:dk1>
          <a:srgbClr val="000000"/>
        </a:dk1>
        <a:lt1>
          <a:srgbClr val="FFFFFF"/>
        </a:lt1>
        <a:dk2>
          <a:srgbClr val="000000"/>
        </a:dk2>
        <a:lt2>
          <a:srgbClr val="868686"/>
        </a:lt2>
        <a:accent1>
          <a:srgbClr val="EAEAEA"/>
        </a:accent1>
        <a:accent2>
          <a:srgbClr val="5F5F5F"/>
        </a:accent2>
        <a:accent3>
          <a:srgbClr val="FFFFFF"/>
        </a:accent3>
        <a:accent4>
          <a:srgbClr val="000000"/>
        </a:accent4>
        <a:accent5>
          <a:srgbClr val="F3F3F3"/>
        </a:accent5>
        <a:accent6>
          <a:srgbClr val="555555"/>
        </a:accent6>
        <a:hlink>
          <a:srgbClr val="969696"/>
        </a:hlink>
        <a:folHlink>
          <a:srgbClr val="CBCBCB"/>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ch01">
  <a:themeElements>
    <a:clrScheme name="">
      <a:dk1>
        <a:srgbClr val="000000"/>
      </a:dk1>
      <a:lt1>
        <a:srgbClr val="FFFFFF"/>
      </a:lt1>
      <a:dk2>
        <a:srgbClr val="CCFFFF"/>
      </a:dk2>
      <a:lt2>
        <a:srgbClr val="CBCBCB"/>
      </a:lt2>
      <a:accent1>
        <a:srgbClr val="009999"/>
      </a:accent1>
      <a:accent2>
        <a:srgbClr val="FF9933"/>
      </a:accent2>
      <a:accent3>
        <a:srgbClr val="E2FFFF"/>
      </a:accent3>
      <a:accent4>
        <a:srgbClr val="DADADA"/>
      </a:accent4>
      <a:accent5>
        <a:srgbClr val="AACACA"/>
      </a:accent5>
      <a:accent6>
        <a:srgbClr val="E78A2D"/>
      </a:accent6>
      <a:hlink>
        <a:srgbClr val="330099"/>
      </a:hlink>
      <a:folHlink>
        <a:srgbClr val="CBCBCB"/>
      </a:folHlink>
    </a:clrScheme>
    <a:fontScheme name="ch01">
      <a:majorFont>
        <a:latin typeface="Times New Roman"/>
        <a:ea typeface="華康特粗明體"/>
        <a:cs typeface=""/>
      </a:majorFont>
      <a:minorFont>
        <a:latin typeface="Times New Roman"/>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1" lang="zh-TW" altLang="zh-TW" sz="2400" b="0" i="0" u="none" strike="noStrike" cap="none" normalizeH="0" baseline="0" smtClean="0">
            <a:ln>
              <a:noFill/>
            </a:ln>
            <a:solidFill>
              <a:schemeClr val="tx1"/>
            </a:solidFill>
            <a:effectLst/>
            <a:latin typeface="Times New Roman" pitchFamily="18" charset="0"/>
            <a:ea typeface="新細明體" pitchFamily="18" charset="-12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1" lang="zh-TW" altLang="zh-TW" sz="2400" b="0" i="0" u="none" strike="noStrike" cap="none" normalizeH="0" baseline="0" smtClean="0">
            <a:ln>
              <a:noFill/>
            </a:ln>
            <a:solidFill>
              <a:schemeClr val="tx1"/>
            </a:solidFill>
            <a:effectLst/>
            <a:latin typeface="Times New Roman" pitchFamily="18" charset="0"/>
            <a:ea typeface="新細明體" pitchFamily="18" charset="-120"/>
          </a:defRPr>
        </a:defPPr>
      </a:lstStyle>
    </a:lnDef>
  </a:objectDefaults>
  <a:extraClrSchemeLst>
    <a:extraClrScheme>
      <a:clrScheme name="ch01 1">
        <a:dk1>
          <a:srgbClr val="000000"/>
        </a:dk1>
        <a:lt1>
          <a:srgbClr val="FFFFFF"/>
        </a:lt1>
        <a:dk2>
          <a:srgbClr val="0066CC"/>
        </a:dk2>
        <a:lt2>
          <a:srgbClr val="CBCBCB"/>
        </a:lt2>
        <a:accent1>
          <a:srgbClr val="009999"/>
        </a:accent1>
        <a:accent2>
          <a:srgbClr val="FF9933"/>
        </a:accent2>
        <a:accent3>
          <a:srgbClr val="AAB8E2"/>
        </a:accent3>
        <a:accent4>
          <a:srgbClr val="DADADA"/>
        </a:accent4>
        <a:accent5>
          <a:srgbClr val="AACACA"/>
        </a:accent5>
        <a:accent6>
          <a:srgbClr val="E78A2D"/>
        </a:accent6>
        <a:hlink>
          <a:srgbClr val="330099"/>
        </a:hlink>
        <a:folHlink>
          <a:srgbClr val="CBCBCB"/>
        </a:folHlink>
      </a:clrScheme>
      <a:clrMap bg1="dk2" tx1="lt1" bg2="dk1" tx2="lt2" accent1="accent1" accent2="accent2" accent3="accent3" accent4="accent4" accent5="accent5" accent6="accent6" hlink="hlink" folHlink="folHlink"/>
    </a:extraClrScheme>
    <a:extraClrScheme>
      <a:clrScheme name="ch01 2">
        <a:dk1>
          <a:srgbClr val="000000"/>
        </a:dk1>
        <a:lt1>
          <a:srgbClr val="FFFFFF"/>
        </a:lt1>
        <a:dk2>
          <a:srgbClr val="000000"/>
        </a:dk2>
        <a:lt2>
          <a:srgbClr val="868686"/>
        </a:lt2>
        <a:accent1>
          <a:srgbClr val="3366FF"/>
        </a:accent1>
        <a:accent2>
          <a:srgbClr val="009900"/>
        </a:accent2>
        <a:accent3>
          <a:srgbClr val="FFFFFF"/>
        </a:accent3>
        <a:accent4>
          <a:srgbClr val="000000"/>
        </a:accent4>
        <a:accent5>
          <a:srgbClr val="ADB8FF"/>
        </a:accent5>
        <a:accent6>
          <a:srgbClr val="008A00"/>
        </a:accent6>
        <a:hlink>
          <a:srgbClr val="FF0033"/>
        </a:hlink>
        <a:folHlink>
          <a:srgbClr val="CCCCCC"/>
        </a:folHlink>
      </a:clrScheme>
      <a:clrMap bg1="lt1" tx1="dk1" bg2="lt2" tx2="dk2" accent1="accent1" accent2="accent2" accent3="accent3" accent4="accent4" accent5="accent5" accent6="accent6" hlink="hlink" folHlink="folHlink"/>
    </a:extraClrScheme>
    <a:extraClrScheme>
      <a:clrScheme name="ch01 3">
        <a:dk1>
          <a:srgbClr val="000000"/>
        </a:dk1>
        <a:lt1>
          <a:srgbClr val="FFFFFF"/>
        </a:lt1>
        <a:dk2>
          <a:srgbClr val="000000"/>
        </a:dk2>
        <a:lt2>
          <a:srgbClr val="868686"/>
        </a:lt2>
        <a:accent1>
          <a:srgbClr val="EAEAEA"/>
        </a:accent1>
        <a:accent2>
          <a:srgbClr val="5F5F5F"/>
        </a:accent2>
        <a:accent3>
          <a:srgbClr val="FFFFFF"/>
        </a:accent3>
        <a:accent4>
          <a:srgbClr val="000000"/>
        </a:accent4>
        <a:accent5>
          <a:srgbClr val="F3F3F3"/>
        </a:accent5>
        <a:accent6>
          <a:srgbClr val="555555"/>
        </a:accent6>
        <a:hlink>
          <a:srgbClr val="969696"/>
        </a:hlink>
        <a:folHlink>
          <a:srgbClr val="CBCBCB"/>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Office 佈景主題">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ch04</Template>
  <TotalTime>1133</TotalTime>
  <Words>1541</Words>
  <Application>Microsoft Office PowerPoint</Application>
  <PresentationFormat>如螢幕大小 (4:3)</PresentationFormat>
  <Paragraphs>206</Paragraphs>
  <Slides>43</Slides>
  <Notes>0</Notes>
  <HiddenSlides>0</HiddenSlides>
  <MMClips>0</MMClips>
  <ScaleCrop>false</ScaleCrop>
  <HeadingPairs>
    <vt:vector size="6" baseType="variant">
      <vt:variant>
        <vt:lpstr>佈景主題</vt:lpstr>
      </vt:variant>
      <vt:variant>
        <vt:i4>4</vt:i4>
      </vt:variant>
      <vt:variant>
        <vt:lpstr>內嵌 OLE 伺服程式</vt:lpstr>
      </vt:variant>
      <vt:variant>
        <vt:i4>1</vt:i4>
      </vt:variant>
      <vt:variant>
        <vt:lpstr>投影片標題</vt:lpstr>
      </vt:variant>
      <vt:variant>
        <vt:i4>43</vt:i4>
      </vt:variant>
    </vt:vector>
  </HeadingPairs>
  <TitlesOfParts>
    <vt:vector size="48" baseType="lpstr">
      <vt:lpstr>6_ch01 網際網路基礎</vt:lpstr>
      <vt:lpstr>4_ch01 網際網路基礎</vt:lpstr>
      <vt:lpstr>3_ch01 網際網路基礎</vt:lpstr>
      <vt:lpstr>ch01</vt:lpstr>
      <vt:lpstr>Visio</vt:lpstr>
      <vt:lpstr>第五章 結構化分析與設計—流程塑模</vt:lpstr>
      <vt:lpstr>內容大綱</vt:lpstr>
      <vt:lpstr>學習目標</vt:lpstr>
      <vt:lpstr>5.2.1 內聚力(c.2)</vt:lpstr>
      <vt:lpstr>5.2.1 內聚力(c.3)</vt:lpstr>
      <vt:lpstr>5.2.1 內聚力(c.4)</vt:lpstr>
      <vt:lpstr>5.2.1 內聚力(c.5)</vt:lpstr>
      <vt:lpstr>5.2.1 內聚力(c.6)</vt:lpstr>
      <vt:lpstr>5.2.1 內聚力(c.7)</vt:lpstr>
      <vt:lpstr>5.2.1 內聚力(c.8)</vt:lpstr>
      <vt:lpstr>圖5-8 判定模組內聚力之決策樹</vt:lpstr>
      <vt:lpstr>表5-1 內聚力之評比因素與結果</vt:lpstr>
      <vt:lpstr>5.2.2 耦合力(c.3)</vt:lpstr>
      <vt:lpstr>5.2.2 耦合力(c.4)</vt:lpstr>
      <vt:lpstr>圖5-11 資料結構耦合力</vt:lpstr>
      <vt:lpstr>圖5-12 控制耦合力</vt:lpstr>
      <vt:lpstr>5.2.2 耦合力(c.10)</vt:lpstr>
      <vt:lpstr>5.2.2 耦合力(c.12)</vt:lpstr>
      <vt:lpstr>表5-2 耦合力之評比因素與結果</vt:lpstr>
      <vt:lpstr>表5-3 資料流程圖之表示符號</vt:lpstr>
      <vt:lpstr>表 5-5 資料流表達範例</vt:lpstr>
      <vt:lpstr>表5-6 整合後之資料流表達範例</vt:lpstr>
      <vt:lpstr>圖5-16 處理之向上整合</vt:lpstr>
      <vt:lpstr>圖5-17 處理之向下分解</vt:lpstr>
      <vt:lpstr>5.3.3 資料流程圖之建構原則(c.3)</vt:lpstr>
      <vt:lpstr>5.3.3 資料流程圖之建構原則(c.4)</vt:lpstr>
      <vt:lpstr>5.3.3 資料流程圖之建構原則(c.5)</vt:lpstr>
      <vt:lpstr>5.3.3 資料流程圖之建構原則(c.6)</vt:lpstr>
      <vt:lpstr>5.3.3 資料流程圖之建構原則(c.7)</vt:lpstr>
      <vt:lpstr>5.3.3 資料流程圖之建構原則(c.8)</vt:lpstr>
      <vt:lpstr>5.3.3 資料流程圖之建構原則(c.10)</vt:lpstr>
      <vt:lpstr>表5-7a 不好的PDL描述範例</vt:lpstr>
      <vt:lpstr>表5-7b 修改後的PDL描述範例</vt:lpstr>
      <vt:lpstr>表5-8a PDL描述範例</vt:lpstr>
      <vt:lpstr>表5-8b PDL描述與程式範例</vt:lpstr>
      <vt:lpstr>5.5.2 結構圖與HIPO圖(c.3)</vt:lpstr>
      <vt:lpstr>圖5-19 結構圖範例一</vt:lpstr>
      <vt:lpstr>5.5.2 結構圖與HIPO圖(c.7)</vt:lpstr>
      <vt:lpstr>圖5-21 嵌入模組</vt:lpstr>
      <vt:lpstr>圖5-22a 結構圖範例二</vt:lpstr>
      <vt:lpstr>圖5-22b HIPO圖範例</vt:lpstr>
      <vt:lpstr>5.5.2 結構圖與HIPO圖(c.10)</vt:lpstr>
      <vt:lpstr>5.5.3 資料流程圖轉結構圖或HIPO圖(c.6)</vt:lpstr>
    </vt:vector>
  </TitlesOfParts>
  <Company>nsysu</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handsome</dc:creator>
  <cp:lastModifiedBy>user</cp:lastModifiedBy>
  <cp:revision>189</cp:revision>
  <dcterms:created xsi:type="dcterms:W3CDTF">1999-12-22T12:31:02Z</dcterms:created>
  <dcterms:modified xsi:type="dcterms:W3CDTF">2020-04-20T02:42:04Z</dcterms:modified>
</cp:coreProperties>
</file>