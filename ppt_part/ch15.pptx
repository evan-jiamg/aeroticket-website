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  <p:sldMasterId id="2147483742" r:id="rId2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7454" autoAdjust="0"/>
    <p:restoredTop sz="89462" autoAdjust="0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7F949EC-BF49-4270-A6B3-DB8ECFC4B7F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7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2284B03-025B-4354-B2BD-2591B088CD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9508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8F75BDC-BF0A-49F6-87E8-14323C68487C}" type="slidenum">
              <a:rPr lang="en-US" altLang="zh-TW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資訊科技_b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351366835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160873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94485049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7543310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79840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6444465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420815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50443395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91876342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457500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383463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2452338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442892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41131680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3173327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2870313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361018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118698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3384304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47120530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837033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698764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1028" name="Picture 4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1030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86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ransition spd="med"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2052" name="Picture 6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2054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ransition spd="med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algn="ctr" eaLnBrk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zh-TW" altLang="en-US" smtClean="0"/>
          </a:p>
        </p:txBody>
      </p:sp>
      <p:sp>
        <p:nvSpPr>
          <p:cNvPr id="4099" name="Rectangle 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第十五章 結論與展望</a:t>
            </a: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學習目標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15.1 </a:t>
            </a:r>
            <a:r>
              <a:rPr lang="zh-TW" altLang="en-US" smtClean="0"/>
              <a:t>導論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15.2 </a:t>
            </a:r>
            <a:r>
              <a:rPr lang="zh-TW" altLang="en-US" smtClean="0"/>
              <a:t>系統分析與設計的新挑戰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15.3 </a:t>
            </a:r>
            <a:r>
              <a:rPr lang="zh-TW" altLang="en-US" smtClean="0"/>
              <a:t>系統分析與設計的新觀念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15.4 </a:t>
            </a:r>
            <a:r>
              <a:rPr lang="zh-TW" altLang="en-US" smtClean="0"/>
              <a:t>系統分析與設計實施的成功關鍵因素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15.5 </a:t>
            </a:r>
            <a:r>
              <a:rPr lang="zh-TW" altLang="en-US" smtClean="0"/>
              <a:t>結論 </a:t>
            </a:r>
          </a:p>
        </p:txBody>
      </p:sp>
      <p:sp>
        <p:nvSpPr>
          <p:cNvPr id="512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內容大綱</a:t>
            </a: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en-US" altLang="zh-TW" smtClean="0"/>
              <a:t>	</a:t>
            </a:r>
            <a:r>
              <a:rPr lang="zh-TW" altLang="en-US" smtClean="0"/>
              <a:t>詳讀本章，你至少能瞭解：</a:t>
            </a:r>
          </a:p>
          <a:p>
            <a:pPr eaLnBrk="1"/>
            <a:r>
              <a:rPr lang="zh-TW" altLang="zh-TW" smtClean="0"/>
              <a:t>系統分析與設計面臨哪些新的挑戰。</a:t>
            </a:r>
          </a:p>
          <a:p>
            <a:pPr eaLnBrk="1"/>
            <a:r>
              <a:rPr lang="zh-TW" altLang="zh-TW" smtClean="0"/>
              <a:t>系統分析與設計有哪些值得思考之新觀念。</a:t>
            </a:r>
          </a:p>
          <a:p>
            <a:pPr eaLnBrk="1"/>
            <a:r>
              <a:rPr lang="zh-TW" altLang="zh-TW" smtClean="0"/>
              <a:t>系統分析與設計實施的成功關鍵因素。</a:t>
            </a:r>
            <a:r>
              <a:rPr lang="zh-TW" altLang="en-US" smtClean="0"/>
              <a:t> </a:t>
            </a:r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學習目標</a:t>
            </a:r>
          </a:p>
        </p:txBody>
      </p:sp>
    </p:spTree>
  </p:cSld>
  <p:clrMapOvr>
    <a:masterClrMapping/>
  </p:clrMapOvr>
  <p:transition spd="med">
    <p:random/>
  </p:transition>
</p:sld>
</file>

<file path=ppt/theme/theme1.xml><?xml version="1.0" encoding="utf-8"?>
<a:theme xmlns:a="http://schemas.openxmlformats.org/drawingml/2006/main" name="ch01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ch01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ch01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5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5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353</TotalTime>
  <Words>39</Words>
  <Application>Microsoft Office PowerPoint</Application>
  <PresentationFormat>如螢幕大小 (4:3)</PresentationFormat>
  <Paragraphs>14</Paragraphs>
  <Slides>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3</vt:i4>
      </vt:variant>
    </vt:vector>
  </HeadingPairs>
  <TitlesOfParts>
    <vt:vector size="5" baseType="lpstr">
      <vt:lpstr>ch01</vt:lpstr>
      <vt:lpstr>5_ch01 網際網路基礎</vt:lpstr>
      <vt:lpstr>第十五章 結論與展望</vt:lpstr>
      <vt:lpstr>內容大綱</vt:lpstr>
      <vt:lpstr>學習目標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第十四章 結論與展望</dc:title>
  <dc:creator>handsome</dc:creator>
  <cp:lastModifiedBy>user</cp:lastModifiedBy>
  <cp:revision>69</cp:revision>
  <dcterms:created xsi:type="dcterms:W3CDTF">1999-12-24T04:05:17Z</dcterms:created>
  <dcterms:modified xsi:type="dcterms:W3CDTF">2020-04-20T02:58:45Z</dcterms:modified>
</cp:coreProperties>
</file>